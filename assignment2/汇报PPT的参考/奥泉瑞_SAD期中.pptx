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4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4B85D-1EEE-E425-1E95-7BF3B8479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1C990A-2D6C-28DC-9E1F-E466AFDAF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B32ADA-0F19-645A-2027-A8D69FE6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17FDCE-428C-08E6-DC4C-5A4A3EEA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8743E-D81E-0E3D-6DCF-6F168225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67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040D8-DC65-A917-B702-C7E54ED55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703499-6539-26AE-9BCB-761105AE8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3FB5AE-2AE8-54D1-B634-849C8E0F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AD1892-2060-5FD2-5FF4-59AAC3E5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D481ED-F504-AC6D-367E-A901A9FD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61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AE66A-5C9A-6DCC-F77C-5CBFDDB5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E7C64B-71CB-D38E-D71C-ED5D81277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39FEC-4622-FA31-D6A8-A3D8EA44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45C54-BDB5-247A-ADDE-B43C09B59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993654-50A4-C4AE-5ACF-404CA25E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48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3C346-1EC0-8D5B-9015-C20C3892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5B7B8-6B08-1476-8DD8-FA65FBB2B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3C3D30-4F8D-9D71-DDEE-B31E4B0A4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BA990B-9DF8-610A-5FB4-3EEE7072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CA5E0E-51DC-63D4-C3B6-073F312E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CFF760-0B49-5568-47DF-CD167F31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74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792F0-C821-0490-3AC1-153C364B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3E22C-5107-F7AC-9E90-06B563D9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A0E54C-AA93-90DA-9A32-89D7D7585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03D24A-37BF-9892-FDD0-39C2542BE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D63E59-952F-DCA2-F501-A6B14C920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B6C0E0-0F85-805F-33F5-D4DC008D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3E3DA8-40A7-24A6-43EA-537B730C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CA08FF-C694-9721-0872-C1A44A61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09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1225A-6689-0784-6BBE-D07FDD75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67A3F7-7060-D67D-8B16-98377687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A7BD43-5202-FDB7-795E-E993D5FA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048FBD-B478-0B29-4B94-01138C99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17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8037FC-0CB9-DFE6-5E3A-506C2D01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8D569E-FB3E-76EE-E5F1-80277BC1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B98426-AAD0-6AC3-3476-EFACC10D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44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752ED-9EB3-C074-246E-A67810B7C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C9389-04B9-5A39-05C6-1505134C4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EB80F4-0934-86DF-36D8-99480DE66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44015C-ECEA-0535-F32B-E49997D3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BA52D3-3325-F060-55B6-5868C26A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D08844-03D3-DB45-75F2-88C4D117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87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D7F8F-9ECF-FFA2-D9EE-DA52A773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AE2683-B342-5A3F-EBFB-044E1DBA3B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1FE396-E7C3-8F34-AAC5-C4CA871D7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81E006-FA4D-BF83-5C16-5E47B252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7C1E02-EF4F-AD05-038E-91DE4F83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C43E08-08EE-A40C-3130-956E4C6B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73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CDA1D-0A92-4599-2316-711EA6F9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8D10-10BF-A727-3B74-2A2F3814D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72619-BF76-126D-A25B-DA8FF00C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E25FF6-1E91-C8A8-AA64-177993D2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B3AE22-A9C6-97DA-63E8-39420F2C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73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FC6693-488F-5626-894A-098F9977C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B98C52-08FE-9C79-8D92-C1FD4A4C3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3C484-E1AD-0DA3-2ED9-2641B8836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D8705-160E-82A5-9786-68EA7171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153BD-B35C-5AC8-D1C3-28BCFC79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216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A06949-A74C-BD12-53B7-71CE3510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0FF3BA-4635-7052-77FD-4A35FFB07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8B8839-5F36-A64C-5D89-85DFBCF4C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ACBFA-BD29-424E-B899-4D0CF92A1739}" type="datetimeFigureOut">
              <a:rPr lang="zh-CN" altLang="en-US" smtClean="0"/>
              <a:t>2024/11/3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E11182-B072-3066-F53B-EBCDE5A1B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82AB7-CFDA-9585-08B2-DE7D776B4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CE5DB-0935-411A-86E4-30BEA16045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15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43F6-D402-6D1B-36F4-63D6856E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9F6EE61-B555-9A41-DE41-2E2E5D8B466C}"/>
              </a:ext>
            </a:extLst>
          </p:cNvPr>
          <p:cNvSpPr txBox="1"/>
          <p:nvPr/>
        </p:nvSpPr>
        <p:spPr>
          <a:xfrm>
            <a:off x="304800" y="208156"/>
            <a:ext cx="6431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Assignment 0</a:t>
            </a:r>
            <a:r>
              <a:rPr lang="zh-CN" altLang="en-US" sz="4000" b="1" dirty="0"/>
              <a:t>（项目提案）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F99B2D-A377-DF80-59E2-5ADFB598D98A}"/>
              </a:ext>
            </a:extLst>
          </p:cNvPr>
          <p:cNvSpPr txBox="1"/>
          <p:nvPr/>
        </p:nvSpPr>
        <p:spPr>
          <a:xfrm>
            <a:off x="304800" y="1025912"/>
            <a:ext cx="115303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团队协作的平台</a:t>
            </a:r>
            <a:endParaRPr lang="en-US" altLang="zh-CN" dirty="0"/>
          </a:p>
          <a:p>
            <a:r>
              <a:rPr lang="zh-CN" altLang="en-US" dirty="0"/>
              <a:t>我们计划在项目的过程中使用飞书和微信进行沟通和文档撰写，使用</a:t>
            </a:r>
            <a:r>
              <a:rPr lang="en-US" altLang="zh-CN" dirty="0"/>
              <a:t>GitHub</a:t>
            </a:r>
            <a:r>
              <a:rPr lang="zh-CN" altLang="en-US" dirty="0"/>
              <a:t>进行代码协作，选用</a:t>
            </a:r>
            <a:r>
              <a:rPr lang="en-US" altLang="zh-CN" dirty="0" err="1"/>
              <a:t>VSCode</a:t>
            </a:r>
            <a:r>
              <a:rPr lang="zh-CN" altLang="en-US" dirty="0"/>
              <a:t>、</a:t>
            </a:r>
            <a:r>
              <a:rPr lang="en-US" altLang="zh-CN" dirty="0" err="1"/>
              <a:t>Intellij</a:t>
            </a:r>
            <a:r>
              <a:rPr lang="en-US" altLang="zh-CN" dirty="0"/>
              <a:t> IDEA</a:t>
            </a:r>
            <a:r>
              <a:rPr lang="zh-CN" altLang="en-US" dirty="0"/>
              <a:t>等集成开发环境进行开发。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未来发展的可能性</a:t>
            </a:r>
            <a:endParaRPr lang="en-US" altLang="zh-CN" dirty="0"/>
          </a:p>
          <a:p>
            <a:r>
              <a:rPr lang="zh-CN" altLang="en-US" dirty="0"/>
              <a:t>未来，系统可以增加更多智能化功能，如基于大数据分析的宿舍分配优化、个性化推荐宿舍活动等，进一步提高宿舍管理的智能化水平。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相关技术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平台：</a:t>
            </a:r>
            <a:r>
              <a:rPr lang="en-US" altLang="zh-CN" dirty="0"/>
              <a:t>Web</a:t>
            </a:r>
            <a:r>
              <a:rPr lang="zh-CN" altLang="en-US" dirty="0"/>
              <a:t>应用程序（</a:t>
            </a:r>
            <a:r>
              <a:rPr lang="en-US" altLang="zh-CN" dirty="0"/>
              <a:t>PC</a:t>
            </a:r>
            <a:r>
              <a:rPr lang="zh-CN" altLang="en-US" dirty="0"/>
              <a:t>端）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开发语言：</a:t>
            </a:r>
            <a:r>
              <a:rPr lang="en-US" altLang="zh-CN" dirty="0"/>
              <a:t>JavaScript, Java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框架：</a:t>
            </a:r>
            <a:r>
              <a:rPr lang="en-US" altLang="zh-CN" dirty="0"/>
              <a:t>Vue, </a:t>
            </a:r>
            <a:r>
              <a:rPr lang="en-US" altLang="zh-CN" dirty="0" err="1"/>
              <a:t>SpringBoot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工具：</a:t>
            </a:r>
            <a:r>
              <a:rPr lang="en-US" altLang="zh-CN" dirty="0"/>
              <a:t>Git, </a:t>
            </a:r>
            <a:r>
              <a:rPr lang="zh-CN" altLang="en-US" dirty="0"/>
              <a:t>飞书等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可能遇到的挑战</a:t>
            </a:r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用户需求变更：在系统开发过程中，可能需要不断调整功能以适应用户需求的变化。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安全性：涉及门禁管理和学生个人信息的处理，系统安全性要求较高，需加强数据加密与用户权限管理。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性能优化：随着宿舍数据量的增加，如何保证系统的响应速度和扩展性是一个挑战。</a:t>
            </a:r>
          </a:p>
        </p:txBody>
      </p:sp>
    </p:spTree>
    <p:extLst>
      <p:ext uri="{BB962C8B-B14F-4D97-AF65-F5344CB8AC3E}">
        <p14:creationId xmlns:p14="http://schemas.microsoft.com/office/powerpoint/2010/main" val="237537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DA361B1-B418-9543-2B7F-F70C03F17222}"/>
              </a:ext>
            </a:extLst>
          </p:cNvPr>
          <p:cNvSpPr txBox="1"/>
          <p:nvPr/>
        </p:nvSpPr>
        <p:spPr>
          <a:xfrm>
            <a:off x="304800" y="208156"/>
            <a:ext cx="33538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Assignment 1</a:t>
            </a:r>
            <a:endParaRPr lang="zh-CN" altLang="en-US" sz="4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0AE599-739F-2D83-D4A9-E0D9E470A9B9}"/>
              </a:ext>
            </a:extLst>
          </p:cNvPr>
          <p:cNvSpPr txBox="1"/>
          <p:nvPr/>
        </p:nvSpPr>
        <p:spPr>
          <a:xfrm>
            <a:off x="304800" y="104821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用例描述表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1CF524-CAF9-0714-9097-39C663AC8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703608"/>
            <a:ext cx="3932662" cy="35040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EFDA90F-62A5-76CA-512C-F0F54B5E0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609" y="421887"/>
            <a:ext cx="3474782" cy="60142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297F853-2863-838C-13F2-F7D20EE57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061" y="26619"/>
            <a:ext cx="3949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B3F3-538B-31D1-7056-4CCB5DBC4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D2FEC05-39C0-783B-F4C7-085D1B18392B}"/>
              </a:ext>
            </a:extLst>
          </p:cNvPr>
          <p:cNvSpPr txBox="1"/>
          <p:nvPr/>
        </p:nvSpPr>
        <p:spPr>
          <a:xfrm>
            <a:off x="304800" y="208156"/>
            <a:ext cx="33538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Assignment 1</a:t>
            </a:r>
            <a:endParaRPr lang="zh-CN" altLang="en-US" sz="4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D48323-DFBA-A991-996B-73D925996773}"/>
              </a:ext>
            </a:extLst>
          </p:cNvPr>
          <p:cNvSpPr txBox="1"/>
          <p:nvPr/>
        </p:nvSpPr>
        <p:spPr>
          <a:xfrm>
            <a:off x="304800" y="104821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用户管理用例图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CECAD8-EE39-F121-E56F-AEC5E4A68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603" y="1048215"/>
            <a:ext cx="7546296" cy="27119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5541117-6404-BE9A-2C72-ABA6A19F84CA}"/>
              </a:ext>
            </a:extLst>
          </p:cNvPr>
          <p:cNvSpPr txBox="1"/>
          <p:nvPr/>
        </p:nvSpPr>
        <p:spPr>
          <a:xfrm>
            <a:off x="304799" y="376016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宿舍信息用例图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F33DF9E-163D-6C15-54AA-3BDFF721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602" y="3667889"/>
            <a:ext cx="6462292" cy="29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6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D7631-4B39-8D62-5FE5-38797207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2B0A57-BDB5-2BDA-DD31-D5D910770F06}"/>
              </a:ext>
            </a:extLst>
          </p:cNvPr>
          <p:cNvSpPr txBox="1"/>
          <p:nvPr/>
        </p:nvSpPr>
        <p:spPr>
          <a:xfrm>
            <a:off x="304800" y="208156"/>
            <a:ext cx="33538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Assignment 1</a:t>
            </a:r>
            <a:endParaRPr lang="zh-CN" altLang="en-US" sz="4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A82675-6DF2-125F-84E0-39F7720A8A46}"/>
              </a:ext>
            </a:extLst>
          </p:cNvPr>
          <p:cNvSpPr txBox="1"/>
          <p:nvPr/>
        </p:nvSpPr>
        <p:spPr>
          <a:xfrm>
            <a:off x="304800" y="104821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宿舍更换活动图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22BC7F-8C3B-68B6-3F97-AC85775A1A2D}"/>
              </a:ext>
            </a:extLst>
          </p:cNvPr>
          <p:cNvSpPr txBox="1"/>
          <p:nvPr/>
        </p:nvSpPr>
        <p:spPr>
          <a:xfrm>
            <a:off x="5382639" y="118038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设备维修活动图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C72677-1882-7FDC-D27D-9008825C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82" y="1703608"/>
            <a:ext cx="4921295" cy="47368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FC8F82-A82E-5F39-7C37-7CE2B8FA0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639" y="1703608"/>
            <a:ext cx="5359702" cy="488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3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23C93-CD13-6946-373D-A62DBD84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5364FF7-EFE6-F1CF-5EAC-0E6829D1F64F}"/>
              </a:ext>
            </a:extLst>
          </p:cNvPr>
          <p:cNvSpPr txBox="1"/>
          <p:nvPr/>
        </p:nvSpPr>
        <p:spPr>
          <a:xfrm>
            <a:off x="304800" y="208156"/>
            <a:ext cx="33538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Assignment 1</a:t>
            </a:r>
            <a:endParaRPr lang="zh-CN" altLang="en-US" sz="4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B3AF8A-EF51-B2D5-08DC-1180A65CE9C9}"/>
              </a:ext>
            </a:extLst>
          </p:cNvPr>
          <p:cNvSpPr txBox="1"/>
          <p:nvPr/>
        </p:nvSpPr>
        <p:spPr>
          <a:xfrm>
            <a:off x="304800" y="104821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成员贡献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5A6C61-3DB8-5576-D4C4-C79F15D73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572" y="118946"/>
            <a:ext cx="5050487" cy="646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3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216</Words>
  <Application>Microsoft Office PowerPoint</Application>
  <PresentationFormat>宽屏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Quanrui Ao</dc:creator>
  <cp:lastModifiedBy>Quanrui Ao</cp:lastModifiedBy>
  <cp:revision>2</cp:revision>
  <dcterms:created xsi:type="dcterms:W3CDTF">2024-11-03T06:41:56Z</dcterms:created>
  <dcterms:modified xsi:type="dcterms:W3CDTF">2024-11-03T07:31:56Z</dcterms:modified>
</cp:coreProperties>
</file>