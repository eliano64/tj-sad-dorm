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handoutMasters/handoutMaster1.xml" ContentType="application/vnd.openxmlformats-officedocument.presentationml.handoutMaster+xml"/>
  <Override PartName="/ppt/media/image10.svg" ContentType="image/svg+xml"/>
  <Override PartName="/ppt/media/image2.svg" ContentType="image/svg+xml"/>
  <Override PartName="/ppt/media/image4.svg" ContentType="image/svg+xml"/>
  <Override PartName="/ppt/media/image6.svg" ContentType="image/svg+xml"/>
  <Override PartName="/ppt/media/image8.svg" ContentType="image/svg+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10.xml" ContentType="application/vnd.openxmlformats-officedocument.presentationml.tags+xml"/>
  <Override PartName="/ppt/tags/tag100.xml" ContentType="application/vnd.openxmlformats-officedocument.presentationml.tags+xml"/>
  <Override PartName="/ppt/tags/tag101.xml" ContentType="application/vnd.openxmlformats-officedocument.presentationml.tags+xml"/>
  <Override PartName="/ppt/tags/tag102.xml" ContentType="application/vnd.openxmlformats-officedocument.presentationml.tags+xml"/>
  <Override PartName="/ppt/tags/tag103.xml" ContentType="application/vnd.openxmlformats-officedocument.presentationml.tags+xml"/>
  <Override PartName="/ppt/tags/tag104.xml" ContentType="application/vnd.openxmlformats-officedocument.presentationml.tags+xml"/>
  <Override PartName="/ppt/tags/tag105.xml" ContentType="application/vnd.openxmlformats-officedocument.presentationml.tags+xml"/>
  <Override PartName="/ppt/tags/tag106.xml" ContentType="application/vnd.openxmlformats-officedocument.presentationml.tags+xml"/>
  <Override PartName="/ppt/tags/tag107.xml" ContentType="application/vnd.openxmlformats-officedocument.presentationml.tags+xml"/>
  <Override PartName="/ppt/tags/tag108.xml" ContentType="application/vnd.openxmlformats-officedocument.presentationml.tags+xml"/>
  <Override PartName="/ppt/tags/tag109.xml" ContentType="application/vnd.openxmlformats-officedocument.presentationml.tags+xml"/>
  <Override PartName="/ppt/tags/tag11.xml" ContentType="application/vnd.openxmlformats-officedocument.presentationml.tags+xml"/>
  <Override PartName="/ppt/tags/tag110.xml" ContentType="application/vnd.openxmlformats-officedocument.presentationml.tags+xml"/>
  <Override PartName="/ppt/tags/tag111.xml" ContentType="application/vnd.openxmlformats-officedocument.presentationml.tags+xml"/>
  <Override PartName="/ppt/tags/tag112.xml" ContentType="application/vnd.openxmlformats-officedocument.presentationml.tags+xml"/>
  <Override PartName="/ppt/tags/tag113.xml" ContentType="application/vnd.openxmlformats-officedocument.presentationml.tags+xml"/>
  <Override PartName="/ppt/tags/tag114.xml" ContentType="application/vnd.openxmlformats-officedocument.presentationml.tags+xml"/>
  <Override PartName="/ppt/tags/tag115.xml" ContentType="application/vnd.openxmlformats-officedocument.presentationml.tags+xml"/>
  <Override PartName="/ppt/tags/tag116.xml" ContentType="application/vnd.openxmlformats-officedocument.presentationml.tags+xml"/>
  <Override PartName="/ppt/tags/tag117.xml" ContentType="application/vnd.openxmlformats-officedocument.presentationml.tags+xml"/>
  <Override PartName="/ppt/tags/tag118.xml" ContentType="application/vnd.openxmlformats-officedocument.presentationml.tags+xml"/>
  <Override PartName="/ppt/tags/tag119.xml" ContentType="application/vnd.openxmlformats-officedocument.presentationml.tags+xml"/>
  <Override PartName="/ppt/tags/tag12.xml" ContentType="application/vnd.openxmlformats-officedocument.presentationml.tags+xml"/>
  <Override PartName="/ppt/tags/tag120.xml" ContentType="application/vnd.openxmlformats-officedocument.presentationml.tags+xml"/>
  <Override PartName="/ppt/tags/tag121.xml" ContentType="application/vnd.openxmlformats-officedocument.presentationml.tags+xml"/>
  <Override PartName="/ppt/tags/tag122.xml" ContentType="application/vnd.openxmlformats-officedocument.presentationml.tags+xml"/>
  <Override PartName="/ppt/tags/tag123.xml" ContentType="application/vnd.openxmlformats-officedocument.presentationml.tags+xml"/>
  <Override PartName="/ppt/tags/tag124.xml" ContentType="application/vnd.openxmlformats-officedocument.presentationml.tags+xml"/>
  <Override PartName="/ppt/tags/tag125.xml" ContentType="application/vnd.openxmlformats-officedocument.presentationml.tags+xml"/>
  <Override PartName="/ppt/tags/tag126.xml" ContentType="application/vnd.openxmlformats-officedocument.presentationml.tags+xml"/>
  <Override PartName="/ppt/tags/tag127.xml" ContentType="application/vnd.openxmlformats-officedocument.presentationml.tags+xml"/>
  <Override PartName="/ppt/tags/tag128.xml" ContentType="application/vnd.openxmlformats-officedocument.presentationml.tags+xml"/>
  <Override PartName="/ppt/tags/tag129.xml" ContentType="application/vnd.openxmlformats-officedocument.presentationml.tags+xml"/>
  <Override PartName="/ppt/tags/tag13.xml" ContentType="application/vnd.openxmlformats-officedocument.presentationml.tags+xml"/>
  <Override PartName="/ppt/tags/tag130.xml" ContentType="application/vnd.openxmlformats-officedocument.presentationml.tags+xml"/>
  <Override PartName="/ppt/tags/tag131.xml" ContentType="application/vnd.openxmlformats-officedocument.presentationml.tags+xml"/>
  <Override PartName="/ppt/tags/tag132.xml" ContentType="application/vnd.openxmlformats-officedocument.presentationml.tags+xml"/>
  <Override PartName="/ppt/tags/tag133.xml" ContentType="application/vnd.openxmlformats-officedocument.presentationml.tags+xml"/>
  <Override PartName="/ppt/tags/tag134.xml" ContentType="application/vnd.openxmlformats-officedocument.presentationml.tags+xml"/>
  <Override PartName="/ppt/tags/tag135.xml" ContentType="application/vnd.openxmlformats-officedocument.presentationml.tags+xml"/>
  <Override PartName="/ppt/tags/tag136.xml" ContentType="application/vnd.openxmlformats-officedocument.presentationml.tags+xml"/>
  <Override PartName="/ppt/tags/tag137.xml" ContentType="application/vnd.openxmlformats-officedocument.presentationml.tags+xml"/>
  <Override PartName="/ppt/tags/tag138.xml" ContentType="application/vnd.openxmlformats-officedocument.presentationml.tags+xml"/>
  <Override PartName="/ppt/tags/tag139.xml" ContentType="application/vnd.openxmlformats-officedocument.presentationml.tags+xml"/>
  <Override PartName="/ppt/tags/tag14.xml" ContentType="application/vnd.openxmlformats-officedocument.presentationml.tags+xml"/>
  <Override PartName="/ppt/tags/tag140.xml" ContentType="application/vnd.openxmlformats-officedocument.presentationml.tags+xml"/>
  <Override PartName="/ppt/tags/tag141.xml" ContentType="application/vnd.openxmlformats-officedocument.presentationml.tags+xml"/>
  <Override PartName="/ppt/tags/tag142.xml" ContentType="application/vnd.openxmlformats-officedocument.presentationml.tags+xml"/>
  <Override PartName="/ppt/tags/tag143.xml" ContentType="application/vnd.openxmlformats-officedocument.presentationml.tags+xml"/>
  <Override PartName="/ppt/tags/tag144.xml" ContentType="application/vnd.openxmlformats-officedocument.presentationml.tags+xml"/>
  <Override PartName="/ppt/tags/tag145.xml" ContentType="application/vnd.openxmlformats-officedocument.presentationml.tags+xml"/>
  <Override PartName="/ppt/tags/tag146.xml" ContentType="application/vnd.openxmlformats-officedocument.presentationml.tags+xml"/>
  <Override PartName="/ppt/tags/tag147.xml" ContentType="application/vnd.openxmlformats-officedocument.presentationml.tags+xml"/>
  <Override PartName="/ppt/tags/tag148.xml" ContentType="application/vnd.openxmlformats-officedocument.presentationml.tags+xml"/>
  <Override PartName="/ppt/tags/tag149.xml" ContentType="application/vnd.openxmlformats-officedocument.presentationml.tags+xml"/>
  <Override PartName="/ppt/tags/tag15.xml" ContentType="application/vnd.openxmlformats-officedocument.presentationml.tags+xml"/>
  <Override PartName="/ppt/tags/tag150.xml" ContentType="application/vnd.openxmlformats-officedocument.presentationml.tags+xml"/>
  <Override PartName="/ppt/tags/tag151.xml" ContentType="application/vnd.openxmlformats-officedocument.presentationml.tags+xml"/>
  <Override PartName="/ppt/tags/tag152.xml" ContentType="application/vnd.openxmlformats-officedocument.presentationml.tags+xml"/>
  <Override PartName="/ppt/tags/tag153.xml" ContentType="application/vnd.openxmlformats-officedocument.presentationml.tags+xml"/>
  <Override PartName="/ppt/tags/tag154.xml" ContentType="application/vnd.openxmlformats-officedocument.presentationml.tags+xml"/>
  <Override PartName="/ppt/tags/tag155.xml" ContentType="application/vnd.openxmlformats-officedocument.presentationml.tags+xml"/>
  <Override PartName="/ppt/tags/tag156.xml" ContentType="application/vnd.openxmlformats-officedocument.presentationml.tags+xml"/>
  <Override PartName="/ppt/tags/tag157.xml" ContentType="application/vnd.openxmlformats-officedocument.presentationml.tags+xml"/>
  <Override PartName="/ppt/tags/tag158.xml" ContentType="application/vnd.openxmlformats-officedocument.presentationml.tags+xml"/>
  <Override PartName="/ppt/tags/tag159.xml" ContentType="application/vnd.openxmlformats-officedocument.presentationml.tags+xml"/>
  <Override PartName="/ppt/tags/tag16.xml" ContentType="application/vnd.openxmlformats-officedocument.presentationml.tags+xml"/>
  <Override PartName="/ppt/tags/tag160.xml" ContentType="application/vnd.openxmlformats-officedocument.presentationml.tags+xml"/>
  <Override PartName="/ppt/tags/tag161.xml" ContentType="application/vnd.openxmlformats-officedocument.presentationml.tags+xml"/>
  <Override PartName="/ppt/tags/tag162.xml" ContentType="application/vnd.openxmlformats-officedocument.presentationml.tags+xml"/>
  <Override PartName="/ppt/tags/tag163.xml" ContentType="application/vnd.openxmlformats-officedocument.presentationml.tags+xml"/>
  <Override PartName="/ppt/tags/tag164.xml" ContentType="application/vnd.openxmlformats-officedocument.presentationml.tags+xml"/>
  <Override PartName="/ppt/tags/tag165.xml" ContentType="application/vnd.openxmlformats-officedocument.presentationml.tags+xml"/>
  <Override PartName="/ppt/tags/tag166.xml" ContentType="application/vnd.openxmlformats-officedocument.presentationml.tags+xml"/>
  <Override PartName="/ppt/tags/tag167.xml" ContentType="application/vnd.openxmlformats-officedocument.presentationml.tags+xml"/>
  <Override PartName="/ppt/tags/tag168.xml" ContentType="application/vnd.openxmlformats-officedocument.presentationml.tags+xml"/>
  <Override PartName="/ppt/tags/tag169.xml" ContentType="application/vnd.openxmlformats-officedocument.presentationml.tags+xml"/>
  <Override PartName="/ppt/tags/tag17.xml" ContentType="application/vnd.openxmlformats-officedocument.presentationml.tags+xml"/>
  <Override PartName="/ppt/tags/tag170.xml" ContentType="application/vnd.openxmlformats-officedocument.presentationml.tags+xml"/>
  <Override PartName="/ppt/tags/tag171.xml" ContentType="application/vnd.openxmlformats-officedocument.presentationml.tags+xml"/>
  <Override PartName="/ppt/tags/tag172.xml" ContentType="application/vnd.openxmlformats-officedocument.presentationml.tags+xml"/>
  <Override PartName="/ppt/tags/tag173.xml" ContentType="application/vnd.openxmlformats-officedocument.presentationml.tags+xml"/>
  <Override PartName="/ppt/tags/tag174.xml" ContentType="application/vnd.openxmlformats-officedocument.presentationml.tags+xml"/>
  <Override PartName="/ppt/tags/tag175.xml" ContentType="application/vnd.openxmlformats-officedocument.presentationml.tags+xml"/>
  <Override PartName="/ppt/tags/tag176.xml" ContentType="application/vnd.openxmlformats-officedocument.presentationml.tags+xml"/>
  <Override PartName="/ppt/tags/tag177.xml" ContentType="application/vnd.openxmlformats-officedocument.presentationml.tags+xml"/>
  <Override PartName="/ppt/tags/tag178.xml" ContentType="application/vnd.openxmlformats-officedocument.presentationml.tags+xml"/>
  <Override PartName="/ppt/tags/tag179.xml" ContentType="application/vnd.openxmlformats-officedocument.presentationml.tags+xml"/>
  <Override PartName="/ppt/tags/tag18.xml" ContentType="application/vnd.openxmlformats-officedocument.presentationml.tags+xml"/>
  <Override PartName="/ppt/tags/tag180.xml" ContentType="application/vnd.openxmlformats-officedocument.presentationml.tags+xml"/>
  <Override PartName="/ppt/tags/tag181.xml" ContentType="application/vnd.openxmlformats-officedocument.presentationml.tags+xml"/>
  <Override PartName="/ppt/tags/tag182.xml" ContentType="application/vnd.openxmlformats-officedocument.presentationml.tags+xml"/>
  <Override PartName="/ppt/tags/tag183.xml" ContentType="application/vnd.openxmlformats-officedocument.presentationml.tags+xml"/>
  <Override PartName="/ppt/tags/tag184.xml" ContentType="application/vnd.openxmlformats-officedocument.presentationml.tags+xml"/>
  <Override PartName="/ppt/tags/tag185.xml" ContentType="application/vnd.openxmlformats-officedocument.presentationml.tags+xml"/>
  <Override PartName="/ppt/tags/tag186.xml" ContentType="application/vnd.openxmlformats-officedocument.presentationml.tags+xml"/>
  <Override PartName="/ppt/tags/tag19.xml" ContentType="application/vnd.openxmlformats-officedocument.presentationml.tags+xml"/>
  <Override PartName="/ppt/tags/tag2.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tags/tag5.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tags/tag52.xml" ContentType="application/vnd.openxmlformats-officedocument.presentationml.tags+xml"/>
  <Override PartName="/ppt/tags/tag53.xml" ContentType="application/vnd.openxmlformats-officedocument.presentationml.tags+xml"/>
  <Override PartName="/ppt/tags/tag54.xml" ContentType="application/vnd.openxmlformats-officedocument.presentationml.tags+xml"/>
  <Override PartName="/ppt/tags/tag55.xml" ContentType="application/vnd.openxmlformats-officedocument.presentationml.tags+xml"/>
  <Override PartName="/ppt/tags/tag56.xml" ContentType="application/vnd.openxmlformats-officedocument.presentationml.tags+xml"/>
  <Override PartName="/ppt/tags/tag57.xml" ContentType="application/vnd.openxmlformats-officedocument.presentationml.tags+xml"/>
  <Override PartName="/ppt/tags/tag58.xml" ContentType="application/vnd.openxmlformats-officedocument.presentationml.tags+xml"/>
  <Override PartName="/ppt/tags/tag59.xml" ContentType="application/vnd.openxmlformats-officedocument.presentationml.tags+xml"/>
  <Override PartName="/ppt/tags/tag6.xml" ContentType="application/vnd.openxmlformats-officedocument.presentationml.tags+xml"/>
  <Override PartName="/ppt/tags/tag60.xml" ContentType="application/vnd.openxmlformats-officedocument.presentationml.tags+xml"/>
  <Override PartName="/ppt/tags/tag61.xml" ContentType="application/vnd.openxmlformats-officedocument.presentationml.tags+xml"/>
  <Override PartName="/ppt/tags/tag62.xml" ContentType="application/vnd.openxmlformats-officedocument.presentationml.tags+xml"/>
  <Override PartName="/ppt/tags/tag63.xml" ContentType="application/vnd.openxmlformats-officedocument.presentationml.tags+xml"/>
  <Override PartName="/ppt/tags/tag64.xml" ContentType="application/vnd.openxmlformats-officedocument.presentationml.tags+xml"/>
  <Override PartName="/ppt/tags/tag65.xml" ContentType="application/vnd.openxmlformats-officedocument.presentationml.tags+xml"/>
  <Override PartName="/ppt/tags/tag66.xml" ContentType="application/vnd.openxmlformats-officedocument.presentationml.tags+xml"/>
  <Override PartName="/ppt/tags/tag67.xml" ContentType="application/vnd.openxmlformats-officedocument.presentationml.tags+xml"/>
  <Override PartName="/ppt/tags/tag68.xml" ContentType="application/vnd.openxmlformats-officedocument.presentationml.tags+xml"/>
  <Override PartName="/ppt/tags/tag69.xml" ContentType="application/vnd.openxmlformats-officedocument.presentationml.tags+xml"/>
  <Override PartName="/ppt/tags/tag7.xml" ContentType="application/vnd.openxmlformats-officedocument.presentationml.tags+xml"/>
  <Override PartName="/ppt/tags/tag70.xml" ContentType="application/vnd.openxmlformats-officedocument.presentationml.tags+xml"/>
  <Override PartName="/ppt/tags/tag71.xml" ContentType="application/vnd.openxmlformats-officedocument.presentationml.tags+xml"/>
  <Override PartName="/ppt/tags/tag72.xml" ContentType="application/vnd.openxmlformats-officedocument.presentationml.tags+xml"/>
  <Override PartName="/ppt/tags/tag73.xml" ContentType="application/vnd.openxmlformats-officedocument.presentationml.tags+xml"/>
  <Override PartName="/ppt/tags/tag74.xml" ContentType="application/vnd.openxmlformats-officedocument.presentationml.tags+xml"/>
  <Override PartName="/ppt/tags/tag75.xml" ContentType="application/vnd.openxmlformats-officedocument.presentationml.tags+xml"/>
  <Override PartName="/ppt/tags/tag76.xml" ContentType="application/vnd.openxmlformats-officedocument.presentationml.tags+xml"/>
  <Override PartName="/ppt/tags/tag77.xml" ContentType="application/vnd.openxmlformats-officedocument.presentationml.tags+xml"/>
  <Override PartName="/ppt/tags/tag78.xml" ContentType="application/vnd.openxmlformats-officedocument.presentationml.tags+xml"/>
  <Override PartName="/ppt/tags/tag79.xml" ContentType="application/vnd.openxmlformats-officedocument.presentationml.tags+xml"/>
  <Override PartName="/ppt/tags/tag8.xml" ContentType="application/vnd.openxmlformats-officedocument.presentationml.tags+xml"/>
  <Override PartName="/ppt/tags/tag80.xml" ContentType="application/vnd.openxmlformats-officedocument.presentationml.tags+xml"/>
  <Override PartName="/ppt/tags/tag81.xml" ContentType="application/vnd.openxmlformats-officedocument.presentationml.tags+xml"/>
  <Override PartName="/ppt/tags/tag82.xml" ContentType="application/vnd.openxmlformats-officedocument.presentationml.tags+xml"/>
  <Override PartName="/ppt/tags/tag83.xml" ContentType="application/vnd.openxmlformats-officedocument.presentationml.tags+xml"/>
  <Override PartName="/ppt/tags/tag84.xml" ContentType="application/vnd.openxmlformats-officedocument.presentationml.tags+xml"/>
  <Override PartName="/ppt/tags/tag85.xml" ContentType="application/vnd.openxmlformats-officedocument.presentationml.tags+xml"/>
  <Override PartName="/ppt/tags/tag86.xml" ContentType="application/vnd.openxmlformats-officedocument.presentationml.tags+xml"/>
  <Override PartName="/ppt/tags/tag87.xml" ContentType="application/vnd.openxmlformats-officedocument.presentationml.tags+xml"/>
  <Override PartName="/ppt/tags/tag88.xml" ContentType="application/vnd.openxmlformats-officedocument.presentationml.tags+xml"/>
  <Override PartName="/ppt/tags/tag89.xml" ContentType="application/vnd.openxmlformats-officedocument.presentationml.tags+xml"/>
  <Override PartName="/ppt/tags/tag9.xml" ContentType="application/vnd.openxmlformats-officedocument.presentationml.tags+xml"/>
  <Override PartName="/ppt/tags/tag90.xml" ContentType="application/vnd.openxmlformats-officedocument.presentationml.tags+xml"/>
  <Override PartName="/ppt/tags/tag91.xml" ContentType="application/vnd.openxmlformats-officedocument.presentationml.tags+xml"/>
  <Override PartName="/ppt/tags/tag92.xml" ContentType="application/vnd.openxmlformats-officedocument.presentationml.tags+xml"/>
  <Override PartName="/ppt/tags/tag93.xml" ContentType="application/vnd.openxmlformats-officedocument.presentationml.tags+xml"/>
  <Override PartName="/ppt/tags/tag94.xml" ContentType="application/vnd.openxmlformats-officedocument.presentationml.tags+xml"/>
  <Override PartName="/ppt/tags/tag95.xml" ContentType="application/vnd.openxmlformats-officedocument.presentationml.tags+xml"/>
  <Override PartName="/ppt/tags/tag96.xml" ContentType="application/vnd.openxmlformats-officedocument.presentationml.tags+xml"/>
  <Override PartName="/ppt/tags/tag97.xml" ContentType="application/vnd.openxmlformats-officedocument.presentationml.tags+xml"/>
  <Override PartName="/ppt/tags/tag98.xml" ContentType="application/vnd.openxmlformats-officedocument.presentationml.tags+xml"/>
  <Override PartName="/ppt/tags/tag99.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9"/>
  </p:notesMasterIdLst>
  <p:handoutMasterIdLst>
    <p:handoutMasterId r:id="rId23"/>
  </p:handoutMasterIdLst>
  <p:sldIdLst>
    <p:sldId id="257" r:id="rId3"/>
    <p:sldId id="258" r:id="rId4"/>
    <p:sldId id="259" r:id="rId5"/>
    <p:sldId id="260" r:id="rId6"/>
    <p:sldId id="278" r:id="rId7"/>
    <p:sldId id="261" r:id="rId8"/>
    <p:sldId id="273" r:id="rId10"/>
    <p:sldId id="280" r:id="rId11"/>
    <p:sldId id="279" r:id="rId12"/>
    <p:sldId id="281" r:id="rId13"/>
    <p:sldId id="282" r:id="rId14"/>
    <p:sldId id="283" r:id="rId15"/>
    <p:sldId id="284" r:id="rId16"/>
    <p:sldId id="285" r:id="rId17"/>
    <p:sldId id="286" r:id="rId18"/>
    <p:sldId id="262" r:id="rId19"/>
    <p:sldId id="287" r:id="rId20"/>
    <p:sldId id="263" r:id="rId21"/>
    <p:sldId id="277" r:id="rId22"/>
  </p:sldIdLst>
  <p:sldSz cx="12192000" cy="6858000"/>
  <p:notesSz cx="7103745" cy="10234295"/>
  <p:custDataLst>
    <p:tags r:id="rId27"/>
  </p:custDataLst>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96"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B2B2B2"/>
    <a:srgbClr val="202020"/>
    <a:srgbClr val="323232"/>
    <a:srgbClr val="CC3300"/>
    <a:srgbClr val="CC0000"/>
    <a:srgbClr val="FF3300"/>
    <a:srgbClr val="990000"/>
    <a:srgbClr val="FF8D41"/>
    <a:srgbClr val="FF66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2278" autoAdjust="0"/>
    <p:restoredTop sz="94660"/>
  </p:normalViewPr>
  <p:slideViewPr>
    <p:cSldViewPr snapToGrid="0" showGuides="1">
      <p:cViewPr varScale="1">
        <p:scale>
          <a:sx n="75" d="100"/>
          <a:sy n="75" d="100"/>
        </p:scale>
        <p:origin x="90" y="96"/>
      </p:cViewPr>
      <p:guideLst>
        <p:guide orient="horz" pos="2196"/>
        <p:guide pos="3840"/>
      </p:guideLst>
    </p:cSldViewPr>
  </p:slideViewPr>
  <p:notesTextViewPr>
    <p:cViewPr>
      <p:scale>
        <a:sx n="3" d="2"/>
        <a:sy n="3" d="2"/>
      </p:scale>
      <p:origin x="0" y="0"/>
    </p:cViewPr>
  </p:notesTextViewPr>
  <p:gridSpacing cx="72000" cy="72000"/>
</p:viewPr>
</file>

<file path=ppt/_rels/presentation.xml.rels><?xml version="1.0" encoding="UTF-8" standalone="yes"?>
<Relationships xmlns="http://schemas.openxmlformats.org/package/2006/relationships"><Relationship Id="rId9" Type="http://schemas.openxmlformats.org/officeDocument/2006/relationships/notesMaster" Target="notesMasters/notesMaster1.xml"/><Relationship Id="rId8" Type="http://schemas.openxmlformats.org/officeDocument/2006/relationships/slide" Target="slides/slide6.xml"/><Relationship Id="rId7" Type="http://schemas.openxmlformats.org/officeDocument/2006/relationships/slide" Target="slides/slide5.xml"/><Relationship Id="rId6" Type="http://schemas.openxmlformats.org/officeDocument/2006/relationships/slide" Target="slides/slide4.xml"/><Relationship Id="rId5" Type="http://schemas.openxmlformats.org/officeDocument/2006/relationships/slide" Target="slides/slide3.xml"/><Relationship Id="rId4" Type="http://schemas.openxmlformats.org/officeDocument/2006/relationships/slide" Target="slides/slide2.xml"/><Relationship Id="rId3" Type="http://schemas.openxmlformats.org/officeDocument/2006/relationships/slide" Target="slides/slide1.xml"/><Relationship Id="rId27" Type="http://schemas.openxmlformats.org/officeDocument/2006/relationships/tags" Target="tags/tag186.xml"/><Relationship Id="rId26" Type="http://schemas.openxmlformats.org/officeDocument/2006/relationships/tableStyles" Target="tableStyles.xml"/><Relationship Id="rId25" Type="http://schemas.openxmlformats.org/officeDocument/2006/relationships/viewProps" Target="viewProps.xml"/><Relationship Id="rId24" Type="http://schemas.openxmlformats.org/officeDocument/2006/relationships/presProps" Target="presProps.xml"/><Relationship Id="rId23" Type="http://schemas.openxmlformats.org/officeDocument/2006/relationships/handoutMaster" Target="handoutMasters/handoutMaster1.xml"/><Relationship Id="rId22" Type="http://schemas.openxmlformats.org/officeDocument/2006/relationships/slide" Target="slides/slide19.xml"/><Relationship Id="rId21" Type="http://schemas.openxmlformats.org/officeDocument/2006/relationships/slide" Target="slides/slide18.xml"/><Relationship Id="rId20" Type="http://schemas.openxmlformats.org/officeDocument/2006/relationships/slide" Target="slides/slide17.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3078290" cy="513492"/>
          </a:xfrm>
          <a:prstGeom prst="rect">
            <a:avLst/>
          </a:prstGeom>
        </p:spPr>
        <p:txBody>
          <a:bodyPr vert="horz" lIns="91440" tIns="45720" rIns="91440" bIns="45720" rtlCol="0"/>
          <a:lstStyle>
            <a:lvl1pPr algn="l">
              <a:defRPr sz="1245"/>
            </a:lvl1pPr>
          </a:lstStyle>
          <a:p>
            <a:endParaRPr lang="zh-CN" altLang="en-US"/>
          </a:p>
        </p:txBody>
      </p:sp>
      <p:sp>
        <p:nvSpPr>
          <p:cNvPr id="3" name="日期占位符 2"/>
          <p:cNvSpPr>
            <a:spLocks noGrp="1"/>
          </p:cNvSpPr>
          <p:nvPr>
            <p:ph type="dt" sz="quarter" idx="1"/>
          </p:nvPr>
        </p:nvSpPr>
        <p:spPr>
          <a:xfrm>
            <a:off x="4023812" y="0"/>
            <a:ext cx="3078290" cy="513492"/>
          </a:xfrm>
          <a:prstGeom prst="rect">
            <a:avLst/>
          </a:prstGeom>
        </p:spPr>
        <p:txBody>
          <a:bodyPr vert="horz" lIns="91440" tIns="45720" rIns="91440" bIns="45720" rtlCol="0"/>
          <a:lstStyle>
            <a:lvl1pPr algn="r">
              <a:defRPr sz="1245"/>
            </a:lvl1pPr>
          </a:lstStyle>
          <a:p>
            <a:fld id="{0F9B84EA-7D68-4D60-9CB1-D50884785D1C}" type="datetimeFigureOut">
              <a:rPr lang="zh-CN" altLang="en-US" smtClean="0"/>
            </a:fld>
            <a:endParaRPr lang="zh-CN" altLang="en-US"/>
          </a:p>
        </p:txBody>
      </p:sp>
      <p:sp>
        <p:nvSpPr>
          <p:cNvPr id="4" name="页脚占位符 3"/>
          <p:cNvSpPr>
            <a:spLocks noGrp="1"/>
          </p:cNvSpPr>
          <p:nvPr>
            <p:ph type="ftr" sz="quarter" idx="2"/>
          </p:nvPr>
        </p:nvSpPr>
        <p:spPr>
          <a:xfrm>
            <a:off x="0" y="9720804"/>
            <a:ext cx="3078290" cy="513491"/>
          </a:xfrm>
          <a:prstGeom prst="rect">
            <a:avLst/>
          </a:prstGeom>
        </p:spPr>
        <p:txBody>
          <a:bodyPr vert="horz" lIns="91440" tIns="45720" rIns="91440" bIns="45720" rtlCol="0" anchor="b"/>
          <a:lstStyle>
            <a:lvl1pPr algn="l">
              <a:defRPr sz="1245"/>
            </a:lvl1pPr>
          </a:lstStyle>
          <a:p>
            <a:endParaRPr lang="zh-CN" altLang="en-US"/>
          </a:p>
        </p:txBody>
      </p:sp>
      <p:sp>
        <p:nvSpPr>
          <p:cNvPr id="5" name="灯片编号占位符 4"/>
          <p:cNvSpPr>
            <a:spLocks noGrp="1"/>
          </p:cNvSpPr>
          <p:nvPr>
            <p:ph type="sldNum" sz="quarter" idx="3"/>
          </p:nvPr>
        </p:nvSpPr>
        <p:spPr>
          <a:xfrm>
            <a:off x="4023812" y="9720804"/>
            <a:ext cx="3078290" cy="513491"/>
          </a:xfrm>
          <a:prstGeom prst="rect">
            <a:avLst/>
          </a:prstGeom>
        </p:spPr>
        <p:txBody>
          <a:bodyPr vert="horz" lIns="91440" tIns="45720" rIns="91440" bIns="45720" rtlCol="0" anchor="b"/>
          <a:lstStyle>
            <a:lvl1pPr algn="r">
              <a:defRPr sz="1245"/>
            </a:lvl1pPr>
          </a:lstStyle>
          <a:p>
            <a:fld id="{8D4E0FC9-F1F8-4FAE-9988-3BA365CFD46F}" type="slidenum">
              <a:rPr lang="zh-CN" altLang="en-US" smtClean="0"/>
            </a:fld>
            <a:endParaRPr lang="zh-CN" altLang="en-US"/>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3078163" cy="512763"/>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4024313" y="0"/>
            <a:ext cx="3078162" cy="512763"/>
          </a:xfrm>
          <a:prstGeom prst="rect">
            <a:avLst/>
          </a:prstGeom>
        </p:spPr>
        <p:txBody>
          <a:bodyPr vert="horz" lIns="91440" tIns="45720" rIns="91440" bIns="45720" rtlCol="0"/>
          <a:lstStyle>
            <a:lvl1pPr algn="r">
              <a:defRPr sz="1200"/>
            </a:lvl1pPr>
          </a:lstStyle>
          <a:p>
            <a:fld id="{D6C8D182-E4C8-4120-9249-FC9774456FFA}" type="datetimeFigureOut">
              <a:rPr lang="zh-CN" altLang="en-US" smtClean="0"/>
            </a:fld>
            <a:endParaRPr lang="zh-CN" altLang="en-US"/>
          </a:p>
        </p:txBody>
      </p:sp>
      <p:sp>
        <p:nvSpPr>
          <p:cNvPr id="4" name="幻灯片图像占位符 3"/>
          <p:cNvSpPr>
            <a:spLocks noGrp="1" noRot="1" noChangeAspect="1"/>
          </p:cNvSpPr>
          <p:nvPr>
            <p:ph type="sldImg" idx="2"/>
          </p:nvPr>
        </p:nvSpPr>
        <p:spPr>
          <a:xfrm>
            <a:off x="482600" y="1279525"/>
            <a:ext cx="6140450" cy="34544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711200" y="4926013"/>
            <a:ext cx="5683250" cy="4029075"/>
          </a:xfrm>
          <a:prstGeom prst="rect">
            <a:avLst/>
          </a:prstGeom>
        </p:spPr>
        <p:txBody>
          <a:bodyPr vert="horz" lIns="91440" tIns="45720" rIns="91440" bIns="45720" rtlCol="0"/>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6" name="页脚占位符 5"/>
          <p:cNvSpPr>
            <a:spLocks noGrp="1"/>
          </p:cNvSpPr>
          <p:nvPr>
            <p:ph type="ftr" sz="quarter" idx="4"/>
          </p:nvPr>
        </p:nvSpPr>
        <p:spPr>
          <a:xfrm>
            <a:off x="0" y="9721850"/>
            <a:ext cx="3078163" cy="512763"/>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4024313" y="9721850"/>
            <a:ext cx="3078162" cy="512763"/>
          </a:xfrm>
          <a:prstGeom prst="rect">
            <a:avLst/>
          </a:prstGeom>
        </p:spPr>
        <p:txBody>
          <a:bodyPr vert="horz" lIns="91440" tIns="45720" rIns="91440" bIns="45720" rtlCol="0" anchor="b"/>
          <a:lstStyle>
            <a:lvl1pPr algn="r">
              <a:defRPr sz="1200"/>
            </a:lvl1pPr>
          </a:lstStyle>
          <a:p>
            <a:fld id="{85D0DACE-38E0-42D2-9336-2B707D34BC6D}" type="slidenum">
              <a:rPr lang="zh-CN" altLang="en-US" smtClean="0"/>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85D0DACE-38E0-42D2-9336-2B707D34BC6D}" type="slidenum">
              <a:rPr lang="zh-CN" altLang="en-US" smtClean="0"/>
            </a:fld>
            <a:endParaRPr lang="zh-CN"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9" Type="http://schemas.openxmlformats.org/officeDocument/2006/relationships/tags" Target="../tags/tag8.xml"/><Relationship Id="rId8" Type="http://schemas.openxmlformats.org/officeDocument/2006/relationships/tags" Target="../tags/tag7.xml"/><Relationship Id="rId7" Type="http://schemas.openxmlformats.org/officeDocument/2006/relationships/tags" Target="../tags/tag6.xml"/><Relationship Id="rId6" Type="http://schemas.openxmlformats.org/officeDocument/2006/relationships/tags" Target="../tags/tag5.xml"/><Relationship Id="rId5" Type="http://schemas.openxmlformats.org/officeDocument/2006/relationships/tags" Target="../tags/tag4.xml"/><Relationship Id="rId4" Type="http://schemas.openxmlformats.org/officeDocument/2006/relationships/tags" Target="../tags/tag3.xml"/><Relationship Id="rId3" Type="http://schemas.openxmlformats.org/officeDocument/2006/relationships/tags" Target="../tags/tag2.xml"/><Relationship Id="rId2" Type="http://schemas.openxmlformats.org/officeDocument/2006/relationships/tags" Target="../tags/tag1.xml"/><Relationship Id="rId12" Type="http://schemas.openxmlformats.org/officeDocument/2006/relationships/tags" Target="../tags/tag11.xml"/><Relationship Id="rId11" Type="http://schemas.openxmlformats.org/officeDocument/2006/relationships/tags" Target="../tags/tag10.xml"/><Relationship Id="rId10" Type="http://schemas.openxmlformats.org/officeDocument/2006/relationships/tags" Target="../tags/tag9.xml"/><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6" Type="http://schemas.openxmlformats.org/officeDocument/2006/relationships/tags" Target="../tags/tag16.xml"/><Relationship Id="rId5" Type="http://schemas.openxmlformats.org/officeDocument/2006/relationships/tags" Target="../tags/tag15.xml"/><Relationship Id="rId4" Type="http://schemas.openxmlformats.org/officeDocument/2006/relationships/tags" Target="../tags/tag14.xml"/><Relationship Id="rId3" Type="http://schemas.openxmlformats.org/officeDocument/2006/relationships/tags" Target="../tags/tag13.xml"/><Relationship Id="rId2" Type="http://schemas.openxmlformats.org/officeDocument/2006/relationships/tags" Target="../tags/tag12.xml"/><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9" Type="http://schemas.openxmlformats.org/officeDocument/2006/relationships/tags" Target="../tags/tag24.xml"/><Relationship Id="rId8" Type="http://schemas.openxmlformats.org/officeDocument/2006/relationships/tags" Target="../tags/tag23.xml"/><Relationship Id="rId7" Type="http://schemas.openxmlformats.org/officeDocument/2006/relationships/tags" Target="../tags/tag22.xml"/><Relationship Id="rId6" Type="http://schemas.openxmlformats.org/officeDocument/2006/relationships/tags" Target="../tags/tag21.xml"/><Relationship Id="rId5" Type="http://schemas.openxmlformats.org/officeDocument/2006/relationships/tags" Target="../tags/tag20.xml"/><Relationship Id="rId4" Type="http://schemas.openxmlformats.org/officeDocument/2006/relationships/tags" Target="../tags/tag19.xml"/><Relationship Id="rId3" Type="http://schemas.openxmlformats.org/officeDocument/2006/relationships/tags" Target="../tags/tag18.xml"/><Relationship Id="rId2" Type="http://schemas.openxmlformats.org/officeDocument/2006/relationships/tags" Target="../tags/tag17.xml"/><Relationship Id="rId14" Type="http://schemas.openxmlformats.org/officeDocument/2006/relationships/tags" Target="../tags/tag29.xml"/><Relationship Id="rId13" Type="http://schemas.openxmlformats.org/officeDocument/2006/relationships/tags" Target="../tags/tag28.xml"/><Relationship Id="rId12" Type="http://schemas.openxmlformats.org/officeDocument/2006/relationships/tags" Target="../tags/tag27.xml"/><Relationship Id="rId11" Type="http://schemas.openxmlformats.org/officeDocument/2006/relationships/tags" Target="../tags/tag26.xml"/><Relationship Id="rId10" Type="http://schemas.openxmlformats.org/officeDocument/2006/relationships/tags" Target="../tags/tag25.xml"/><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9" Type="http://schemas.openxmlformats.org/officeDocument/2006/relationships/tags" Target="../tags/tag37.xml"/><Relationship Id="rId8" Type="http://schemas.openxmlformats.org/officeDocument/2006/relationships/tags" Target="../tags/tag36.xml"/><Relationship Id="rId7" Type="http://schemas.openxmlformats.org/officeDocument/2006/relationships/tags" Target="../tags/tag35.xml"/><Relationship Id="rId6" Type="http://schemas.openxmlformats.org/officeDocument/2006/relationships/tags" Target="../tags/tag34.xml"/><Relationship Id="rId5" Type="http://schemas.openxmlformats.org/officeDocument/2006/relationships/tags" Target="../tags/tag33.xml"/><Relationship Id="rId4" Type="http://schemas.openxmlformats.org/officeDocument/2006/relationships/tags" Target="../tags/tag32.xml"/><Relationship Id="rId3" Type="http://schemas.openxmlformats.org/officeDocument/2006/relationships/tags" Target="../tags/tag31.xml"/><Relationship Id="rId2" Type="http://schemas.openxmlformats.org/officeDocument/2006/relationships/tags" Target="../tags/tag30.xml"/><Relationship Id="rId15" Type="http://schemas.openxmlformats.org/officeDocument/2006/relationships/tags" Target="../tags/tag43.xml"/><Relationship Id="rId14" Type="http://schemas.openxmlformats.org/officeDocument/2006/relationships/tags" Target="../tags/tag42.xml"/><Relationship Id="rId13" Type="http://schemas.openxmlformats.org/officeDocument/2006/relationships/tags" Target="../tags/tag41.xml"/><Relationship Id="rId12" Type="http://schemas.openxmlformats.org/officeDocument/2006/relationships/tags" Target="../tags/tag40.xml"/><Relationship Id="rId11" Type="http://schemas.openxmlformats.org/officeDocument/2006/relationships/tags" Target="../tags/tag39.xml"/><Relationship Id="rId10" Type="http://schemas.openxmlformats.org/officeDocument/2006/relationships/tags" Target="../tags/tag38.xml"/><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7" Type="http://schemas.openxmlformats.org/officeDocument/2006/relationships/tags" Target="../tags/tag49.xml"/><Relationship Id="rId6" Type="http://schemas.openxmlformats.org/officeDocument/2006/relationships/tags" Target="../tags/tag48.xml"/><Relationship Id="rId5" Type="http://schemas.openxmlformats.org/officeDocument/2006/relationships/tags" Target="../tags/tag47.xml"/><Relationship Id="rId4" Type="http://schemas.openxmlformats.org/officeDocument/2006/relationships/tags" Target="../tags/tag46.xml"/><Relationship Id="rId3" Type="http://schemas.openxmlformats.org/officeDocument/2006/relationships/tags" Target="../tags/tag45.xml"/><Relationship Id="rId2" Type="http://schemas.openxmlformats.org/officeDocument/2006/relationships/tags" Target="../tags/tag44.xml"/><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9" Type="http://schemas.openxmlformats.org/officeDocument/2006/relationships/tags" Target="../tags/tag57.xml"/><Relationship Id="rId8" Type="http://schemas.openxmlformats.org/officeDocument/2006/relationships/tags" Target="../tags/tag56.xml"/><Relationship Id="rId7" Type="http://schemas.openxmlformats.org/officeDocument/2006/relationships/tags" Target="../tags/tag55.xml"/><Relationship Id="rId6" Type="http://schemas.openxmlformats.org/officeDocument/2006/relationships/tags" Target="../tags/tag54.xml"/><Relationship Id="rId5" Type="http://schemas.openxmlformats.org/officeDocument/2006/relationships/tags" Target="../tags/tag53.xml"/><Relationship Id="rId4" Type="http://schemas.openxmlformats.org/officeDocument/2006/relationships/tags" Target="../tags/tag52.xml"/><Relationship Id="rId3" Type="http://schemas.openxmlformats.org/officeDocument/2006/relationships/tags" Target="../tags/tag51.xml"/><Relationship Id="rId2" Type="http://schemas.openxmlformats.org/officeDocument/2006/relationships/tags" Target="../tags/tag50.xml"/><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5" Type="http://schemas.openxmlformats.org/officeDocument/2006/relationships/tags" Target="../tags/tag61.xml"/><Relationship Id="rId4" Type="http://schemas.openxmlformats.org/officeDocument/2006/relationships/tags" Target="../tags/tag60.xml"/><Relationship Id="rId3" Type="http://schemas.openxmlformats.org/officeDocument/2006/relationships/tags" Target="../tags/tag59.xml"/><Relationship Id="rId2" Type="http://schemas.openxmlformats.org/officeDocument/2006/relationships/tags" Target="../tags/tag58.xml"/><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4" Type="http://schemas.openxmlformats.org/officeDocument/2006/relationships/tags" Target="../tags/tag64.xml"/><Relationship Id="rId3" Type="http://schemas.openxmlformats.org/officeDocument/2006/relationships/tags" Target="../tags/tag63.xml"/><Relationship Id="rId2" Type="http://schemas.openxmlformats.org/officeDocument/2006/relationships/tags" Target="../tags/tag62.xml"/><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5" Type="http://schemas.openxmlformats.org/officeDocument/2006/relationships/tags" Target="../tags/tag68.xml"/><Relationship Id="rId4" Type="http://schemas.openxmlformats.org/officeDocument/2006/relationships/tags" Target="../tags/tag67.xml"/><Relationship Id="rId3" Type="http://schemas.openxmlformats.org/officeDocument/2006/relationships/tags" Target="../tags/tag66.xml"/><Relationship Id="rId2" Type="http://schemas.openxmlformats.org/officeDocument/2006/relationships/tags" Target="../tags/tag65.xml"/><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6" Type="http://schemas.openxmlformats.org/officeDocument/2006/relationships/tags" Target="../tags/tag73.xml"/><Relationship Id="rId5" Type="http://schemas.openxmlformats.org/officeDocument/2006/relationships/tags" Target="../tags/tag72.xml"/><Relationship Id="rId4" Type="http://schemas.openxmlformats.org/officeDocument/2006/relationships/tags" Target="../tags/tag71.xml"/><Relationship Id="rId3" Type="http://schemas.openxmlformats.org/officeDocument/2006/relationships/tags" Target="../tags/tag70.xml"/><Relationship Id="rId2" Type="http://schemas.openxmlformats.org/officeDocument/2006/relationships/tags" Target="../tags/tag69.xml"/><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9" Type="http://schemas.openxmlformats.org/officeDocument/2006/relationships/tags" Target="../tags/tag81.xml"/><Relationship Id="rId8" Type="http://schemas.openxmlformats.org/officeDocument/2006/relationships/tags" Target="../tags/tag80.xml"/><Relationship Id="rId7" Type="http://schemas.openxmlformats.org/officeDocument/2006/relationships/tags" Target="../tags/tag79.xml"/><Relationship Id="rId6" Type="http://schemas.openxmlformats.org/officeDocument/2006/relationships/tags" Target="../tags/tag78.xml"/><Relationship Id="rId5" Type="http://schemas.openxmlformats.org/officeDocument/2006/relationships/tags" Target="../tags/tag77.xml"/><Relationship Id="rId4" Type="http://schemas.openxmlformats.org/officeDocument/2006/relationships/tags" Target="../tags/tag76.xml"/><Relationship Id="rId3" Type="http://schemas.openxmlformats.org/officeDocument/2006/relationships/tags" Target="../tags/tag75.xml"/><Relationship Id="rId2" Type="http://schemas.openxmlformats.org/officeDocument/2006/relationships/tags" Target="../tags/tag74.xml"/><Relationship Id="rId12" Type="http://schemas.openxmlformats.org/officeDocument/2006/relationships/tags" Target="../tags/tag84.xml"/><Relationship Id="rId11" Type="http://schemas.openxmlformats.org/officeDocument/2006/relationships/tags" Target="../tags/tag83.xml"/><Relationship Id="rId10" Type="http://schemas.openxmlformats.org/officeDocument/2006/relationships/tags" Target="../tags/tag82.xml"/><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showMasterSp="0" userDrawn="1">
  <p:cSld name="标题幻灯片">
    <p:spTree>
      <p:nvGrpSpPr>
        <p:cNvPr id="1" name=""/>
        <p:cNvGrpSpPr/>
        <p:nvPr/>
      </p:nvGrpSpPr>
      <p:grpSpPr>
        <a:xfrm>
          <a:off x="0" y="0"/>
          <a:ext cx="0" cy="0"/>
          <a:chOff x="0" y="0"/>
          <a:chExt cx="0" cy="0"/>
        </a:xfrm>
      </p:grpSpPr>
      <p:cxnSp>
        <p:nvCxnSpPr>
          <p:cNvPr id="7" name="直接连接符 6"/>
          <p:cNvCxnSpPr/>
          <p:nvPr userDrawn="1">
            <p:custDataLst>
              <p:tags r:id="rId2"/>
            </p:custDataLst>
          </p:nvPr>
        </p:nvCxnSpPr>
        <p:spPr>
          <a:xfrm flipH="1">
            <a:off x="3131185" y="1073150"/>
            <a:ext cx="1144270" cy="1975485"/>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8" name="直接连接符 7"/>
          <p:cNvCxnSpPr/>
          <p:nvPr userDrawn="1">
            <p:custDataLst>
              <p:tags r:id="rId3"/>
            </p:custDataLst>
          </p:nvPr>
        </p:nvCxnSpPr>
        <p:spPr>
          <a:xfrm flipH="1">
            <a:off x="4034155" y="854710"/>
            <a:ext cx="991235" cy="1711325"/>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9" name="直接连接符 8"/>
          <p:cNvCxnSpPr/>
          <p:nvPr userDrawn="1">
            <p:custDataLst>
              <p:tags r:id="rId4"/>
            </p:custDataLst>
          </p:nvPr>
        </p:nvCxnSpPr>
        <p:spPr>
          <a:xfrm flipH="1">
            <a:off x="3693795" y="3106420"/>
            <a:ext cx="951865" cy="164338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sp>
        <p:nvSpPr>
          <p:cNvPr id="11" name="矩形 1"/>
          <p:cNvSpPr/>
          <p:nvPr userDrawn="1">
            <p:custDataLst>
              <p:tags r:id="rId5"/>
            </p:custDataLst>
          </p:nvPr>
        </p:nvSpPr>
        <p:spPr>
          <a:xfrm>
            <a:off x="5060677" y="1612900"/>
            <a:ext cx="6014720" cy="2550723"/>
          </a:xfrm>
          <a:custGeom>
            <a:avLst/>
            <a:gdLst>
              <a:gd name="connsiteX0" fmla="*/ 0 w 6014720"/>
              <a:gd name="connsiteY0" fmla="*/ 0 h 2549144"/>
              <a:gd name="connsiteX1" fmla="*/ 6014720 w 6014720"/>
              <a:gd name="connsiteY1" fmla="*/ 0 h 2549144"/>
              <a:gd name="connsiteX2" fmla="*/ 6014720 w 6014720"/>
              <a:gd name="connsiteY2" fmla="*/ 2549144 h 2549144"/>
              <a:gd name="connsiteX3" fmla="*/ 0 w 6014720"/>
              <a:gd name="connsiteY3" fmla="*/ 2549144 h 2549144"/>
              <a:gd name="connsiteX4" fmla="*/ 0 w 6014720"/>
              <a:gd name="connsiteY4" fmla="*/ 0 h 2549144"/>
              <a:gd name="connsiteX0-1" fmla="*/ 0 w 6014720"/>
              <a:gd name="connsiteY0-2" fmla="*/ 0 h 2549144"/>
              <a:gd name="connsiteX1-3" fmla="*/ 6014720 w 6014720"/>
              <a:gd name="connsiteY1-4" fmla="*/ 0 h 2549144"/>
              <a:gd name="connsiteX2-5" fmla="*/ 6014720 w 6014720"/>
              <a:gd name="connsiteY2-6" fmla="*/ 2549144 h 2549144"/>
              <a:gd name="connsiteX3-7" fmla="*/ 4580890 w 6014720"/>
              <a:gd name="connsiteY3-8" fmla="*/ 2543690 h 2549144"/>
              <a:gd name="connsiteX4-9" fmla="*/ 0 w 6014720"/>
              <a:gd name="connsiteY4-10" fmla="*/ 2549144 h 2549144"/>
              <a:gd name="connsiteX5" fmla="*/ 0 w 6014720"/>
              <a:gd name="connsiteY5" fmla="*/ 0 h 2549144"/>
              <a:gd name="connsiteX0-11" fmla="*/ 0 w 6014720"/>
              <a:gd name="connsiteY0-12" fmla="*/ 2549144 h 2640584"/>
              <a:gd name="connsiteX1-13" fmla="*/ 0 w 6014720"/>
              <a:gd name="connsiteY1-14" fmla="*/ 0 h 2640584"/>
              <a:gd name="connsiteX2-15" fmla="*/ 6014720 w 6014720"/>
              <a:gd name="connsiteY2-16" fmla="*/ 0 h 2640584"/>
              <a:gd name="connsiteX3-17" fmla="*/ 6014720 w 6014720"/>
              <a:gd name="connsiteY3-18" fmla="*/ 2549144 h 2640584"/>
              <a:gd name="connsiteX4-19" fmla="*/ 4580890 w 6014720"/>
              <a:gd name="connsiteY4-20" fmla="*/ 2543690 h 2640584"/>
              <a:gd name="connsiteX5-21" fmla="*/ 91440 w 6014720"/>
              <a:gd name="connsiteY5-22" fmla="*/ 2640584 h 2640584"/>
              <a:gd name="connsiteX0-23" fmla="*/ 0 w 6014720"/>
              <a:gd name="connsiteY0-24" fmla="*/ 2549144 h 2549144"/>
              <a:gd name="connsiteX1-25" fmla="*/ 0 w 6014720"/>
              <a:gd name="connsiteY1-26" fmla="*/ 0 h 2549144"/>
              <a:gd name="connsiteX2-27" fmla="*/ 6014720 w 6014720"/>
              <a:gd name="connsiteY2-28" fmla="*/ 0 h 2549144"/>
              <a:gd name="connsiteX3-29" fmla="*/ 6014720 w 6014720"/>
              <a:gd name="connsiteY3-30" fmla="*/ 2549144 h 2549144"/>
              <a:gd name="connsiteX4-31" fmla="*/ 4580890 w 6014720"/>
              <a:gd name="connsiteY4-32" fmla="*/ 2543690 h 2549144"/>
              <a:gd name="connsiteX0-33" fmla="*/ 0 w 6014720"/>
              <a:gd name="connsiteY0-34" fmla="*/ 0 h 2549144"/>
              <a:gd name="connsiteX1-35" fmla="*/ 6014720 w 6014720"/>
              <a:gd name="connsiteY1-36" fmla="*/ 0 h 2549144"/>
              <a:gd name="connsiteX2-37" fmla="*/ 6014720 w 6014720"/>
              <a:gd name="connsiteY2-38" fmla="*/ 2549144 h 2549144"/>
              <a:gd name="connsiteX3-39" fmla="*/ 4580890 w 6014720"/>
              <a:gd name="connsiteY3-40" fmla="*/ 2543690 h 2549144"/>
            </a:gdLst>
            <a:ahLst/>
            <a:cxnLst>
              <a:cxn ang="0">
                <a:pos x="connsiteX0-1" y="connsiteY0-2"/>
              </a:cxn>
              <a:cxn ang="0">
                <a:pos x="connsiteX1-3" y="connsiteY1-4"/>
              </a:cxn>
              <a:cxn ang="0">
                <a:pos x="connsiteX2-5" y="connsiteY2-6"/>
              </a:cxn>
              <a:cxn ang="0">
                <a:pos x="connsiteX3-7" y="connsiteY3-8"/>
              </a:cxn>
            </a:cxnLst>
            <a:rect l="l" t="t" r="r" b="b"/>
            <a:pathLst>
              <a:path w="6014720" h="2549144">
                <a:moveTo>
                  <a:pt x="0" y="0"/>
                </a:moveTo>
                <a:lnTo>
                  <a:pt x="6014720" y="0"/>
                </a:lnTo>
                <a:lnTo>
                  <a:pt x="6014720" y="2549144"/>
                </a:lnTo>
                <a:lnTo>
                  <a:pt x="4580890" y="2543690"/>
                </a:lnTo>
              </a:path>
            </a:pathLst>
          </a:custGeom>
          <a:noFill/>
          <a:ln w="254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 name="矩形 14"/>
          <p:cNvSpPr/>
          <p:nvPr userDrawn="1">
            <p:custDataLst>
              <p:tags r:id="rId6"/>
            </p:custDataLst>
          </p:nvPr>
        </p:nvSpPr>
        <p:spPr>
          <a:xfrm>
            <a:off x="1144270" y="1612900"/>
            <a:ext cx="2411730" cy="2548760"/>
          </a:xfrm>
          <a:custGeom>
            <a:avLst/>
            <a:gdLst>
              <a:gd name="connsiteX0" fmla="*/ 0 w 2759710"/>
              <a:gd name="connsiteY0" fmla="*/ 0 h 2537330"/>
              <a:gd name="connsiteX1" fmla="*/ 2759710 w 2759710"/>
              <a:gd name="connsiteY1" fmla="*/ 0 h 2537330"/>
              <a:gd name="connsiteX2" fmla="*/ 2759710 w 2759710"/>
              <a:gd name="connsiteY2" fmla="*/ 2537330 h 2537330"/>
              <a:gd name="connsiteX3" fmla="*/ 0 w 2759710"/>
              <a:gd name="connsiteY3" fmla="*/ 2537330 h 2537330"/>
              <a:gd name="connsiteX4" fmla="*/ 0 w 2759710"/>
              <a:gd name="connsiteY4" fmla="*/ 0 h 2537330"/>
              <a:gd name="connsiteX0-1" fmla="*/ 0 w 2759710"/>
              <a:gd name="connsiteY0-2" fmla="*/ 11430 h 2548760"/>
              <a:gd name="connsiteX1-3" fmla="*/ 2360930 w 2759710"/>
              <a:gd name="connsiteY1-4" fmla="*/ 0 h 2548760"/>
              <a:gd name="connsiteX2-5" fmla="*/ 2759710 w 2759710"/>
              <a:gd name="connsiteY2-6" fmla="*/ 11430 h 2548760"/>
              <a:gd name="connsiteX3-7" fmla="*/ 2759710 w 2759710"/>
              <a:gd name="connsiteY3-8" fmla="*/ 2548760 h 2548760"/>
              <a:gd name="connsiteX4-9" fmla="*/ 0 w 2759710"/>
              <a:gd name="connsiteY4-10" fmla="*/ 2548760 h 2548760"/>
              <a:gd name="connsiteX5" fmla="*/ 0 w 2759710"/>
              <a:gd name="connsiteY5" fmla="*/ 11430 h 2548760"/>
              <a:gd name="connsiteX0-11" fmla="*/ 0 w 2759710"/>
              <a:gd name="connsiteY0-12" fmla="*/ 11430 h 2548760"/>
              <a:gd name="connsiteX1-13" fmla="*/ 2360930 w 2759710"/>
              <a:gd name="connsiteY1-14" fmla="*/ 0 h 2548760"/>
              <a:gd name="connsiteX2-15" fmla="*/ 2759710 w 2759710"/>
              <a:gd name="connsiteY2-16" fmla="*/ 11430 h 2548760"/>
              <a:gd name="connsiteX3-17" fmla="*/ 2759710 w 2759710"/>
              <a:gd name="connsiteY3-18" fmla="*/ 2548760 h 2548760"/>
              <a:gd name="connsiteX4-19" fmla="*/ 2411730 w 2759710"/>
              <a:gd name="connsiteY4-20" fmla="*/ 2540000 h 2548760"/>
              <a:gd name="connsiteX5-21" fmla="*/ 0 w 2759710"/>
              <a:gd name="connsiteY5-22" fmla="*/ 2548760 h 2548760"/>
              <a:gd name="connsiteX6" fmla="*/ 0 w 2759710"/>
              <a:gd name="connsiteY6" fmla="*/ 11430 h 2548760"/>
              <a:gd name="connsiteX0-23" fmla="*/ 2759710 w 2851150"/>
              <a:gd name="connsiteY0-24" fmla="*/ 2548760 h 2640200"/>
              <a:gd name="connsiteX1-25" fmla="*/ 2411730 w 2851150"/>
              <a:gd name="connsiteY1-26" fmla="*/ 2540000 h 2640200"/>
              <a:gd name="connsiteX2-27" fmla="*/ 0 w 2851150"/>
              <a:gd name="connsiteY2-28" fmla="*/ 2548760 h 2640200"/>
              <a:gd name="connsiteX3-29" fmla="*/ 0 w 2851150"/>
              <a:gd name="connsiteY3-30" fmla="*/ 11430 h 2640200"/>
              <a:gd name="connsiteX4-31" fmla="*/ 2360930 w 2851150"/>
              <a:gd name="connsiteY4-32" fmla="*/ 0 h 2640200"/>
              <a:gd name="connsiteX5-33" fmla="*/ 2759710 w 2851150"/>
              <a:gd name="connsiteY5-34" fmla="*/ 11430 h 2640200"/>
              <a:gd name="connsiteX6-35" fmla="*/ 2851150 w 2851150"/>
              <a:gd name="connsiteY6-36" fmla="*/ 2640200 h 2640200"/>
              <a:gd name="connsiteX0-37" fmla="*/ 2759710 w 2759710"/>
              <a:gd name="connsiteY0-38" fmla="*/ 2548760 h 2548760"/>
              <a:gd name="connsiteX1-39" fmla="*/ 2411730 w 2759710"/>
              <a:gd name="connsiteY1-40" fmla="*/ 2540000 h 2548760"/>
              <a:gd name="connsiteX2-41" fmla="*/ 0 w 2759710"/>
              <a:gd name="connsiteY2-42" fmla="*/ 2548760 h 2548760"/>
              <a:gd name="connsiteX3-43" fmla="*/ 0 w 2759710"/>
              <a:gd name="connsiteY3-44" fmla="*/ 11430 h 2548760"/>
              <a:gd name="connsiteX4-45" fmla="*/ 2360930 w 2759710"/>
              <a:gd name="connsiteY4-46" fmla="*/ 0 h 2548760"/>
              <a:gd name="connsiteX5-47" fmla="*/ 2759710 w 2759710"/>
              <a:gd name="connsiteY5-48" fmla="*/ 11430 h 2548760"/>
              <a:gd name="connsiteX0-49" fmla="*/ 2759710 w 2759710"/>
              <a:gd name="connsiteY0-50" fmla="*/ 2548760 h 2548760"/>
              <a:gd name="connsiteX1-51" fmla="*/ 2411730 w 2759710"/>
              <a:gd name="connsiteY1-52" fmla="*/ 2540000 h 2548760"/>
              <a:gd name="connsiteX2-53" fmla="*/ 0 w 2759710"/>
              <a:gd name="connsiteY2-54" fmla="*/ 2548760 h 2548760"/>
              <a:gd name="connsiteX3-55" fmla="*/ 0 w 2759710"/>
              <a:gd name="connsiteY3-56" fmla="*/ 11430 h 2548760"/>
              <a:gd name="connsiteX4-57" fmla="*/ 2360930 w 2759710"/>
              <a:gd name="connsiteY4-58" fmla="*/ 0 h 2548760"/>
              <a:gd name="connsiteX0-59" fmla="*/ 2411730 w 2411730"/>
              <a:gd name="connsiteY0-60" fmla="*/ 2540000 h 2548760"/>
              <a:gd name="connsiteX1-61" fmla="*/ 0 w 2411730"/>
              <a:gd name="connsiteY1-62" fmla="*/ 2548760 h 2548760"/>
              <a:gd name="connsiteX2-63" fmla="*/ 0 w 2411730"/>
              <a:gd name="connsiteY2-64" fmla="*/ 11430 h 2548760"/>
              <a:gd name="connsiteX3-65" fmla="*/ 2360930 w 2411730"/>
              <a:gd name="connsiteY3-66" fmla="*/ 0 h 2548760"/>
            </a:gdLst>
            <a:ahLst/>
            <a:cxnLst>
              <a:cxn ang="0">
                <a:pos x="connsiteX0-1" y="connsiteY0-2"/>
              </a:cxn>
              <a:cxn ang="0">
                <a:pos x="connsiteX1-3" y="connsiteY1-4"/>
              </a:cxn>
              <a:cxn ang="0">
                <a:pos x="connsiteX2-5" y="connsiteY2-6"/>
              </a:cxn>
              <a:cxn ang="0">
                <a:pos x="connsiteX3-7" y="connsiteY3-8"/>
              </a:cxn>
            </a:cxnLst>
            <a:rect l="l" t="t" r="r" b="b"/>
            <a:pathLst>
              <a:path w="2411730" h="2548760">
                <a:moveTo>
                  <a:pt x="2411730" y="2540000"/>
                </a:moveTo>
                <a:lnTo>
                  <a:pt x="0" y="2548760"/>
                </a:lnTo>
                <a:lnTo>
                  <a:pt x="0" y="11430"/>
                </a:lnTo>
                <a:lnTo>
                  <a:pt x="2360930" y="0"/>
                </a:lnTo>
              </a:path>
            </a:pathLst>
          </a:custGeom>
          <a:noFill/>
          <a:ln w="254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标题 1"/>
          <p:cNvSpPr>
            <a:spLocks noGrp="1"/>
          </p:cNvSpPr>
          <p:nvPr>
            <p:ph type="ctrTitle" hasCustomPrompt="1"/>
            <p:custDataLst>
              <p:tags r:id="rId7"/>
            </p:custDataLst>
          </p:nvPr>
        </p:nvSpPr>
        <p:spPr>
          <a:xfrm>
            <a:off x="4458970" y="1866900"/>
            <a:ext cx="5099957" cy="1844097"/>
          </a:xfrm>
        </p:spPr>
        <p:txBody>
          <a:bodyPr wrap="square" anchor="b">
            <a:normAutofit/>
          </a:bodyPr>
          <a:lstStyle>
            <a:lvl1pPr algn="r">
              <a:lnSpc>
                <a:spcPct val="100000"/>
              </a:lnSpc>
              <a:defRPr sz="6000">
                <a:solidFill>
                  <a:schemeClr val="tx1">
                    <a:alpha val="90000"/>
                  </a:schemeClr>
                </a:solidFill>
              </a:defRPr>
            </a:lvl1pPr>
          </a:lstStyle>
          <a:p>
            <a:r>
              <a:rPr lang="zh-CN" altLang="en-US" dirty="0"/>
              <a:t>编辑标题</a:t>
            </a:r>
            <a:endParaRPr lang="zh-CN" altLang="en-US" dirty="0"/>
          </a:p>
        </p:txBody>
      </p:sp>
      <p:sp>
        <p:nvSpPr>
          <p:cNvPr id="3" name="副标题 2"/>
          <p:cNvSpPr>
            <a:spLocks noGrp="1"/>
          </p:cNvSpPr>
          <p:nvPr>
            <p:ph type="subTitle" idx="1" hasCustomPrompt="1"/>
            <p:custDataLst>
              <p:tags r:id="rId8"/>
            </p:custDataLst>
          </p:nvPr>
        </p:nvSpPr>
        <p:spPr>
          <a:xfrm>
            <a:off x="4463490" y="3830821"/>
            <a:ext cx="5099958" cy="768644"/>
          </a:xfrm>
        </p:spPr>
        <p:txBody>
          <a:bodyPr wrap="square">
            <a:normAutofit/>
          </a:bodyPr>
          <a:lstStyle>
            <a:lvl1pPr marL="0" indent="0" algn="r">
              <a:lnSpc>
                <a:spcPct val="100000"/>
              </a:lnSpc>
              <a:buNone/>
              <a:defRPr sz="3600" b="1">
                <a:solidFill>
                  <a:schemeClr val="tx1">
                    <a:alpha val="90000"/>
                  </a:schemeClr>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dirty="0"/>
              <a:t>单击此处编辑副标题</a:t>
            </a:r>
            <a:endParaRPr lang="zh-CN" altLang="en-US" dirty="0"/>
          </a:p>
        </p:txBody>
      </p:sp>
      <p:sp>
        <p:nvSpPr>
          <p:cNvPr id="4" name="日期占位符 3"/>
          <p:cNvSpPr>
            <a:spLocks noGrp="1"/>
          </p:cNvSpPr>
          <p:nvPr>
            <p:ph type="dt" sz="half" idx="10"/>
            <p:custDataLst>
              <p:tags r:id="rId9"/>
            </p:custDataLst>
          </p:nvPr>
        </p:nvSpPr>
        <p:spPr/>
        <p:txBody>
          <a:bodyPr wrap="square">
            <a:normAutofit/>
          </a:bodyPr>
          <a:lstStyle/>
          <a:p>
            <a:fld id="{5592522B-0F24-4480-B9DD-A9474A6880D6}" type="datetimeFigureOut">
              <a:rPr lang="zh-CN" altLang="en-US" smtClean="0"/>
            </a:fld>
            <a:endParaRPr lang="zh-CN" altLang="en-US"/>
          </a:p>
        </p:txBody>
      </p:sp>
      <p:sp>
        <p:nvSpPr>
          <p:cNvPr id="5" name="页脚占位符 4"/>
          <p:cNvSpPr>
            <a:spLocks noGrp="1"/>
          </p:cNvSpPr>
          <p:nvPr>
            <p:ph type="ftr" sz="quarter" idx="11"/>
            <p:custDataLst>
              <p:tags r:id="rId10"/>
            </p:custDataLst>
          </p:nvPr>
        </p:nvSpPr>
        <p:spPr/>
        <p:txBody>
          <a:bodyPr>
            <a:normAutofit/>
          </a:bodyPr>
          <a:lstStyle/>
          <a:p>
            <a:endParaRPr lang="zh-CN" altLang="en-US" dirty="0"/>
          </a:p>
        </p:txBody>
      </p:sp>
      <p:sp>
        <p:nvSpPr>
          <p:cNvPr id="6" name="灯片编号占位符 5"/>
          <p:cNvSpPr>
            <a:spLocks noGrp="1"/>
          </p:cNvSpPr>
          <p:nvPr>
            <p:ph type="sldNum" sz="quarter" idx="12"/>
            <p:custDataLst>
              <p:tags r:id="rId11"/>
            </p:custDataLst>
          </p:nvPr>
        </p:nvSpPr>
        <p:spPr>
          <a:xfrm>
            <a:off x="8610600" y="6356350"/>
            <a:ext cx="2743200" cy="365125"/>
          </a:xfrm>
          <a:prstGeom prst="rect">
            <a:avLst/>
          </a:prstGeom>
        </p:spPr>
        <p:txBody>
          <a:bodyPr wrap="square">
            <a:normAutofit/>
          </a:bodyPr>
          <a:lstStyle/>
          <a:p>
            <a:fld id="{BE5F26B5-172A-4DC2-B0B7-181CFC56B87C}" type="slidenum">
              <a:rPr lang="zh-CN" altLang="en-US" smtClean="0"/>
            </a:fld>
            <a:endParaRPr lang="zh-CN" altLang="en-US"/>
          </a:p>
        </p:txBody>
      </p:sp>
      <p:sp>
        <p:nvSpPr>
          <p:cNvPr id="24" name="署名占位符 10"/>
          <p:cNvSpPr>
            <a:spLocks noGrp="1"/>
          </p:cNvSpPr>
          <p:nvPr>
            <p:ph type="body" sz="quarter" idx="17" hasCustomPrompt="1"/>
            <p:custDataLst>
              <p:tags r:id="rId12"/>
            </p:custDataLst>
          </p:nvPr>
        </p:nvSpPr>
        <p:spPr>
          <a:xfrm>
            <a:off x="6678927" y="4631771"/>
            <a:ext cx="2880000" cy="504000"/>
          </a:xfrm>
        </p:spPr>
        <p:txBody>
          <a:bodyPr wrap="square" anchor="t">
            <a:normAutofit/>
          </a:bodyPr>
          <a:lstStyle>
            <a:lvl1pPr marL="0" indent="0" algn="r">
              <a:lnSpc>
                <a:spcPct val="100000"/>
              </a:lnSpc>
              <a:buNone/>
              <a:defRPr sz="2000">
                <a:solidFill>
                  <a:schemeClr val="tx1">
                    <a:alpha val="90000"/>
                  </a:schemeClr>
                </a:solidFill>
              </a:defRPr>
            </a:lvl1pPr>
          </a:lstStyle>
          <a:p>
            <a:pPr lvl="0"/>
            <a:r>
              <a:rPr lang="zh-CN" altLang="en-US" dirty="0"/>
              <a:t>署名</a:t>
            </a:r>
            <a:endParaRPr lang="zh-CN" alt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custDataLst>
              <p:tags r:id="rId2"/>
            </p:custDataLst>
          </p:nvPr>
        </p:nvSpPr>
        <p:spPr/>
        <p:txBody>
          <a:bodyPr wrap="square">
            <a:normAutofit/>
          </a:bodyPr>
          <a:lstStyle/>
          <a:p>
            <a:r>
              <a:rPr lang="zh-CN" altLang="en-US" dirty="0"/>
              <a:t>单击此处编辑母版标题样式</a:t>
            </a:r>
            <a:endParaRPr lang="zh-CN" altLang="en-US" dirty="0"/>
          </a:p>
        </p:txBody>
      </p:sp>
      <p:sp>
        <p:nvSpPr>
          <p:cNvPr id="3" name="内容占位符 2"/>
          <p:cNvSpPr>
            <a:spLocks noGrp="1"/>
          </p:cNvSpPr>
          <p:nvPr>
            <p:ph idx="1"/>
            <p:custDataLst>
              <p:tags r:id="rId3"/>
            </p:custDataLst>
          </p:nvPr>
        </p:nvSpPr>
        <p:spPr/>
        <p:txBody>
          <a:bodyPr wrap="square">
            <a:normAutofit/>
          </a:body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sym typeface="+mn-ea"/>
              </a:rPr>
              <a:t>第</a:t>
            </a:r>
            <a:r>
              <a:rPr lang="zh-CN" altLang="en-US" dirty="0"/>
              <a:t>三级</a:t>
            </a:r>
            <a:endParaRPr lang="zh-CN" altLang="en-US" dirty="0"/>
          </a:p>
          <a:p>
            <a:pPr lvl="3"/>
            <a:r>
              <a:rPr lang="zh-CN" altLang="en-US" dirty="0">
                <a:sym typeface="+mn-ea"/>
              </a:rPr>
              <a:t>第</a:t>
            </a:r>
            <a:r>
              <a:rPr lang="zh-CN" altLang="en-US" dirty="0"/>
              <a:t>四级</a:t>
            </a:r>
            <a:endParaRPr lang="zh-CN" altLang="en-US" dirty="0"/>
          </a:p>
          <a:p>
            <a:pPr lvl="4"/>
            <a:r>
              <a:rPr lang="zh-CN" altLang="en-US" dirty="0">
                <a:sym typeface="+mn-ea"/>
              </a:rPr>
              <a:t>第</a:t>
            </a:r>
            <a:r>
              <a:rPr lang="zh-CN" altLang="en-US" dirty="0"/>
              <a:t>五级</a:t>
            </a:r>
            <a:endParaRPr lang="zh-CN" altLang="en-US" dirty="0"/>
          </a:p>
        </p:txBody>
      </p:sp>
      <p:sp>
        <p:nvSpPr>
          <p:cNvPr id="4" name="日期占位符 3"/>
          <p:cNvSpPr>
            <a:spLocks noGrp="1"/>
          </p:cNvSpPr>
          <p:nvPr>
            <p:ph type="dt" sz="half" idx="10"/>
            <p:custDataLst>
              <p:tags r:id="rId4"/>
            </p:custDataLst>
          </p:nvPr>
        </p:nvSpPr>
        <p:spPr/>
        <p:txBody>
          <a:bodyPr wrap="square">
            <a:normAutofit/>
          </a:bodyPr>
          <a:lstStyle/>
          <a:p>
            <a:fld id="{5592522B-0F24-4480-B9DD-A9474A6880D6}" type="datetimeFigureOut">
              <a:rPr lang="zh-CN" altLang="en-US" smtClean="0"/>
            </a:fld>
            <a:endParaRPr lang="zh-CN" altLang="en-US"/>
          </a:p>
        </p:txBody>
      </p:sp>
      <p:sp>
        <p:nvSpPr>
          <p:cNvPr id="5" name="页脚占位符 4"/>
          <p:cNvSpPr>
            <a:spLocks noGrp="1"/>
          </p:cNvSpPr>
          <p:nvPr>
            <p:ph type="ftr" sz="quarter" idx="11"/>
            <p:custDataLst>
              <p:tags r:id="rId5"/>
            </p:custDataLst>
          </p:nvPr>
        </p:nvSpPr>
        <p:spPr/>
        <p:txBody>
          <a:bodyPr/>
          <a:lstStyle/>
          <a:p>
            <a:endParaRPr lang="zh-CN" altLang="en-US"/>
          </a:p>
        </p:txBody>
      </p:sp>
      <p:sp>
        <p:nvSpPr>
          <p:cNvPr id="6" name="灯片编号占位符 5"/>
          <p:cNvSpPr>
            <a:spLocks noGrp="1"/>
          </p:cNvSpPr>
          <p:nvPr>
            <p:ph type="sldNum" sz="quarter" idx="12"/>
            <p:custDataLst>
              <p:tags r:id="rId6"/>
            </p:custDataLst>
          </p:nvPr>
        </p:nvSpPr>
        <p:spPr>
          <a:xfrm>
            <a:off x="8753983" y="6356350"/>
            <a:ext cx="2743200" cy="365125"/>
          </a:xfrm>
          <a:prstGeom prst="rect">
            <a:avLst/>
          </a:prstGeom>
        </p:spPr>
        <p:txBody>
          <a:bodyPr wrap="square">
            <a:normAutofit/>
          </a:bodyPr>
          <a:lstStyle/>
          <a:p>
            <a:fld id="{BE5F26B5-172A-4DC2-B0B7-181CFC56B87C}" type="slidenum">
              <a:rPr lang="zh-CN" altLang="en-US" smtClean="0"/>
            </a:fld>
            <a:endParaRPr lang="zh-CN"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showMasterSp="0" userDrawn="1">
  <p:cSld name="目录">
    <p:spTree>
      <p:nvGrpSpPr>
        <p:cNvPr id="1" name=""/>
        <p:cNvGrpSpPr/>
        <p:nvPr/>
      </p:nvGrpSpPr>
      <p:grpSpPr>
        <a:xfrm>
          <a:off x="0" y="0"/>
          <a:ext cx="0" cy="0"/>
          <a:chOff x="0" y="0"/>
          <a:chExt cx="0" cy="0"/>
        </a:xfrm>
      </p:grpSpPr>
      <p:sp>
        <p:nvSpPr>
          <p:cNvPr id="2" name="标题 1"/>
          <p:cNvSpPr>
            <a:spLocks noGrp="1"/>
          </p:cNvSpPr>
          <p:nvPr>
            <p:ph type="title" hasCustomPrompt="1"/>
            <p:custDataLst>
              <p:tags r:id="rId2"/>
            </p:custDataLst>
          </p:nvPr>
        </p:nvSpPr>
        <p:spPr>
          <a:xfrm>
            <a:off x="3203553" y="2745283"/>
            <a:ext cx="1423875" cy="902755"/>
          </a:xfrm>
        </p:spPr>
        <p:txBody>
          <a:bodyPr wrap="square" anchor="b">
            <a:normAutofit/>
          </a:bodyPr>
          <a:lstStyle>
            <a:lvl1pPr algn="r">
              <a:defRPr sz="4400">
                <a:solidFill>
                  <a:schemeClr val="tx1"/>
                </a:solidFill>
              </a:defRPr>
            </a:lvl1pPr>
          </a:lstStyle>
          <a:p>
            <a:r>
              <a:rPr lang="zh-CN" altLang="en-US" dirty="0"/>
              <a:t>标题</a:t>
            </a:r>
            <a:endParaRPr lang="zh-CN" altLang="en-US" dirty="0"/>
          </a:p>
        </p:txBody>
      </p:sp>
      <p:sp>
        <p:nvSpPr>
          <p:cNvPr id="7" name="日期占位符 3"/>
          <p:cNvSpPr>
            <a:spLocks noGrp="1"/>
          </p:cNvSpPr>
          <p:nvPr>
            <p:ph type="dt" sz="half" idx="10"/>
            <p:custDataLst>
              <p:tags r:id="rId3"/>
            </p:custDataLst>
          </p:nvPr>
        </p:nvSpPr>
        <p:spPr/>
        <p:txBody>
          <a:bodyPr wrap="square">
            <a:normAutofit/>
          </a:bodyPr>
          <a:lstStyle/>
          <a:p>
            <a:fld id="{5592522B-0F24-4480-B9DD-A9474A6880D6}" type="datetimeFigureOut">
              <a:rPr lang="zh-CN" altLang="en-US" smtClean="0"/>
            </a:fld>
            <a:endParaRPr lang="zh-CN" altLang="en-US"/>
          </a:p>
        </p:txBody>
      </p:sp>
      <p:sp>
        <p:nvSpPr>
          <p:cNvPr id="8" name="页脚占位符 4"/>
          <p:cNvSpPr>
            <a:spLocks noGrp="1"/>
          </p:cNvSpPr>
          <p:nvPr>
            <p:ph type="ftr" sz="quarter" idx="11"/>
            <p:custDataLst>
              <p:tags r:id="rId4"/>
            </p:custDataLst>
          </p:nvPr>
        </p:nvSpPr>
        <p:spPr/>
        <p:txBody>
          <a:bodyPr/>
          <a:lstStyle/>
          <a:p>
            <a:endParaRPr lang="zh-CN" altLang="en-US"/>
          </a:p>
        </p:txBody>
      </p:sp>
      <p:sp>
        <p:nvSpPr>
          <p:cNvPr id="9" name="灯片编号占位符 5"/>
          <p:cNvSpPr>
            <a:spLocks noGrp="1"/>
          </p:cNvSpPr>
          <p:nvPr>
            <p:ph type="sldNum" sz="quarter" idx="12"/>
            <p:custDataLst>
              <p:tags r:id="rId5"/>
            </p:custDataLst>
          </p:nvPr>
        </p:nvSpPr>
        <p:spPr>
          <a:xfrm>
            <a:off x="8753983" y="6356350"/>
            <a:ext cx="2743200" cy="365125"/>
          </a:xfrm>
          <a:prstGeom prst="rect">
            <a:avLst/>
          </a:prstGeom>
        </p:spPr>
        <p:txBody>
          <a:bodyPr wrap="square">
            <a:normAutofit/>
          </a:bodyPr>
          <a:lstStyle/>
          <a:p>
            <a:fld id="{BE5F26B5-172A-4DC2-B0B7-181CFC56B87C}" type="slidenum">
              <a:rPr lang="zh-CN" altLang="en-US" smtClean="0"/>
            </a:fld>
            <a:endParaRPr lang="zh-CN" altLang="en-US"/>
          </a:p>
        </p:txBody>
      </p:sp>
      <p:cxnSp>
        <p:nvCxnSpPr>
          <p:cNvPr id="4" name="直接连接符 3"/>
          <p:cNvCxnSpPr/>
          <p:nvPr userDrawn="1">
            <p:custDataLst>
              <p:tags r:id="rId6"/>
            </p:custDataLst>
          </p:nvPr>
        </p:nvCxnSpPr>
        <p:spPr>
          <a:xfrm>
            <a:off x="1377315" y="2552700"/>
            <a:ext cx="890270"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 name="直接连接符 4"/>
          <p:cNvCxnSpPr/>
          <p:nvPr userDrawn="1">
            <p:custDataLst>
              <p:tags r:id="rId7"/>
            </p:custDataLst>
          </p:nvPr>
        </p:nvCxnSpPr>
        <p:spPr>
          <a:xfrm>
            <a:off x="1377315" y="4329430"/>
            <a:ext cx="1911985"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 name="直接连接符 5"/>
          <p:cNvCxnSpPr/>
          <p:nvPr userDrawn="1">
            <p:custDataLst>
              <p:tags r:id="rId8"/>
            </p:custDataLst>
          </p:nvPr>
        </p:nvCxnSpPr>
        <p:spPr>
          <a:xfrm>
            <a:off x="1382395" y="2540000"/>
            <a:ext cx="0" cy="179832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 name="直接连接符 9"/>
          <p:cNvCxnSpPr/>
          <p:nvPr userDrawn="1">
            <p:custDataLst>
              <p:tags r:id="rId9"/>
            </p:custDataLst>
          </p:nvPr>
        </p:nvCxnSpPr>
        <p:spPr>
          <a:xfrm flipH="1">
            <a:off x="3209290" y="2553335"/>
            <a:ext cx="1689100"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1" name="直接连接符 10"/>
          <p:cNvCxnSpPr/>
          <p:nvPr userDrawn="1">
            <p:custDataLst>
              <p:tags r:id="rId10"/>
            </p:custDataLst>
          </p:nvPr>
        </p:nvCxnSpPr>
        <p:spPr>
          <a:xfrm flipH="1">
            <a:off x="3799205" y="4329430"/>
            <a:ext cx="1099185"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2" name="直接连接符 11"/>
          <p:cNvCxnSpPr/>
          <p:nvPr userDrawn="1">
            <p:custDataLst>
              <p:tags r:id="rId11"/>
            </p:custDataLst>
          </p:nvPr>
        </p:nvCxnSpPr>
        <p:spPr>
          <a:xfrm>
            <a:off x="4893310" y="2540000"/>
            <a:ext cx="0" cy="179832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3" name="直接连接符 12"/>
          <p:cNvCxnSpPr/>
          <p:nvPr userDrawn="1">
            <p:custDataLst>
              <p:tags r:id="rId12"/>
            </p:custDataLst>
          </p:nvPr>
        </p:nvCxnSpPr>
        <p:spPr>
          <a:xfrm flipH="1">
            <a:off x="3413125" y="4184415"/>
            <a:ext cx="194946" cy="358088"/>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5" name="直接连接符 14"/>
          <p:cNvCxnSpPr/>
          <p:nvPr userDrawn="1">
            <p:custDataLst>
              <p:tags r:id="rId13"/>
            </p:custDataLst>
          </p:nvPr>
        </p:nvCxnSpPr>
        <p:spPr>
          <a:xfrm flipH="1">
            <a:off x="2263775" y="2218055"/>
            <a:ext cx="523240" cy="90297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6" name="直接连接符 15"/>
          <p:cNvCxnSpPr/>
          <p:nvPr userDrawn="1">
            <p:custDataLst>
              <p:tags r:id="rId14"/>
            </p:custDataLst>
          </p:nvPr>
        </p:nvCxnSpPr>
        <p:spPr>
          <a:xfrm flipH="1">
            <a:off x="2632075" y="2027555"/>
            <a:ext cx="551180" cy="95250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showMasterSp="0" userDrawn="1">
  <p:cSld name="节标题">
    <p:spTree>
      <p:nvGrpSpPr>
        <p:cNvPr id="1" name=""/>
        <p:cNvGrpSpPr/>
        <p:nvPr/>
      </p:nvGrpSpPr>
      <p:grpSpPr>
        <a:xfrm>
          <a:off x="0" y="0"/>
          <a:ext cx="0" cy="0"/>
          <a:chOff x="0" y="0"/>
          <a:chExt cx="0" cy="0"/>
        </a:xfrm>
      </p:grpSpPr>
      <p:sp>
        <p:nvSpPr>
          <p:cNvPr id="4" name="日期占位符 4"/>
          <p:cNvSpPr>
            <a:spLocks noGrp="1"/>
          </p:cNvSpPr>
          <p:nvPr>
            <p:ph type="dt" sz="half" idx="10"/>
            <p:custDataLst>
              <p:tags r:id="rId2"/>
            </p:custDataLst>
          </p:nvPr>
        </p:nvSpPr>
        <p:spPr/>
        <p:txBody>
          <a:bodyPr wrap="square">
            <a:normAutofit/>
          </a:bodyPr>
          <a:lstStyle/>
          <a:p>
            <a:fld id="{5592522B-0F24-4480-B9DD-A9474A6880D6}" type="datetimeFigureOut">
              <a:rPr lang="zh-CN" altLang="en-US" smtClean="0"/>
            </a:fld>
            <a:endParaRPr lang="zh-CN" altLang="en-US"/>
          </a:p>
        </p:txBody>
      </p:sp>
      <p:sp>
        <p:nvSpPr>
          <p:cNvPr id="5" name="页脚占位符 5"/>
          <p:cNvSpPr>
            <a:spLocks noGrp="1"/>
          </p:cNvSpPr>
          <p:nvPr>
            <p:ph type="ftr" sz="quarter" idx="11"/>
            <p:custDataLst>
              <p:tags r:id="rId3"/>
            </p:custDataLst>
          </p:nvPr>
        </p:nvSpPr>
        <p:spPr/>
        <p:txBody>
          <a:bodyPr/>
          <a:lstStyle/>
          <a:p>
            <a:endParaRPr lang="zh-CN" altLang="en-US"/>
          </a:p>
        </p:txBody>
      </p:sp>
      <p:sp>
        <p:nvSpPr>
          <p:cNvPr id="6" name="灯片编号占位符 6"/>
          <p:cNvSpPr>
            <a:spLocks noGrp="1"/>
          </p:cNvSpPr>
          <p:nvPr>
            <p:ph type="sldNum" sz="quarter" idx="12"/>
            <p:custDataLst>
              <p:tags r:id="rId4"/>
            </p:custDataLst>
          </p:nvPr>
        </p:nvSpPr>
        <p:spPr>
          <a:xfrm>
            <a:off x="8753983" y="6356350"/>
            <a:ext cx="2743200" cy="365125"/>
          </a:xfrm>
          <a:prstGeom prst="rect">
            <a:avLst/>
          </a:prstGeom>
        </p:spPr>
        <p:txBody>
          <a:bodyPr wrap="square">
            <a:normAutofit/>
          </a:bodyPr>
          <a:lstStyle/>
          <a:p>
            <a:fld id="{BE5F26B5-172A-4DC2-B0B7-181CFC56B87C}" type="slidenum">
              <a:rPr lang="zh-CN" altLang="en-US" smtClean="0"/>
            </a:fld>
            <a:endParaRPr lang="zh-CN" altLang="en-US"/>
          </a:p>
        </p:txBody>
      </p:sp>
      <p:sp useBgFill="1">
        <p:nvSpPr>
          <p:cNvPr id="8" name="节编号 3"/>
          <p:cNvSpPr>
            <a:spLocks noGrp="1"/>
          </p:cNvSpPr>
          <p:nvPr>
            <p:ph type="body" sz="quarter" idx="13" hasCustomPrompt="1"/>
            <p:custDataLst>
              <p:tags r:id="rId5"/>
            </p:custDataLst>
          </p:nvPr>
        </p:nvSpPr>
        <p:spPr>
          <a:xfrm>
            <a:off x="3232150" y="2043430"/>
            <a:ext cx="2542540" cy="575945"/>
          </a:xfrm>
          <a:ln w="25400">
            <a:solidFill>
              <a:schemeClr val="tx1"/>
            </a:solidFill>
          </a:ln>
        </p:spPr>
        <p:txBody>
          <a:bodyPr wrap="none" tIns="0" bIns="90170" anchor="ctr" anchorCtr="0">
            <a:normAutofit/>
          </a:bodyPr>
          <a:lstStyle>
            <a:lvl1pPr marL="0" indent="0" algn="ctr">
              <a:buNone/>
              <a:defRPr sz="2800" b="1">
                <a:solidFill>
                  <a:schemeClr val="tx1">
                    <a:alpha val="90000"/>
                  </a:schemeClr>
                </a:solidFill>
              </a:defRPr>
            </a:lvl1pPr>
          </a:lstStyle>
          <a:p>
            <a:pPr lvl="0"/>
            <a:r>
              <a:rPr lang="zh-CN" altLang="en-US" dirty="0"/>
              <a:t>节编号</a:t>
            </a:r>
            <a:endParaRPr lang="zh-CN" altLang="en-US" dirty="0"/>
          </a:p>
        </p:txBody>
      </p:sp>
      <p:sp>
        <p:nvSpPr>
          <p:cNvPr id="2" name="标题 1"/>
          <p:cNvSpPr>
            <a:spLocks noGrp="1"/>
          </p:cNvSpPr>
          <p:nvPr>
            <p:ph type="title" hasCustomPrompt="1"/>
            <p:custDataLst>
              <p:tags r:id="rId6"/>
            </p:custDataLst>
          </p:nvPr>
        </p:nvSpPr>
        <p:spPr>
          <a:xfrm>
            <a:off x="3219450" y="3149600"/>
            <a:ext cx="4743450" cy="889000"/>
          </a:xfrm>
          <a:noFill/>
          <a:ln>
            <a:noFill/>
          </a:ln>
        </p:spPr>
        <p:txBody>
          <a:bodyPr wrap="square" anchor="ctr">
            <a:normAutofit/>
          </a:bodyPr>
          <a:lstStyle>
            <a:lvl1pPr algn="l">
              <a:defRPr sz="4400">
                <a:solidFill>
                  <a:schemeClr val="tx1">
                    <a:alpha val="90000"/>
                  </a:schemeClr>
                </a:solidFill>
              </a:defRPr>
            </a:lvl1pPr>
          </a:lstStyle>
          <a:p>
            <a:r>
              <a:rPr lang="zh-CN" altLang="en-US" dirty="0"/>
              <a:t>单击编辑母版标题</a:t>
            </a:r>
            <a:endParaRPr lang="zh-CN" altLang="en-US" dirty="0"/>
          </a:p>
        </p:txBody>
      </p:sp>
      <p:cxnSp>
        <p:nvCxnSpPr>
          <p:cNvPr id="27" name="直接连接符 26"/>
          <p:cNvCxnSpPr/>
          <p:nvPr userDrawn="1">
            <p:custDataLst>
              <p:tags r:id="rId7"/>
            </p:custDataLst>
          </p:nvPr>
        </p:nvCxnSpPr>
        <p:spPr>
          <a:xfrm>
            <a:off x="2404110" y="2325370"/>
            <a:ext cx="542290"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8" name="直接连接符 27"/>
          <p:cNvCxnSpPr/>
          <p:nvPr userDrawn="1">
            <p:custDataLst>
              <p:tags r:id="rId8"/>
            </p:custDataLst>
          </p:nvPr>
        </p:nvCxnSpPr>
        <p:spPr>
          <a:xfrm>
            <a:off x="2404110" y="4497705"/>
            <a:ext cx="494665"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9" name="直接连接符 28"/>
          <p:cNvCxnSpPr/>
          <p:nvPr userDrawn="1">
            <p:custDataLst>
              <p:tags r:id="rId9"/>
            </p:custDataLst>
          </p:nvPr>
        </p:nvCxnSpPr>
        <p:spPr>
          <a:xfrm>
            <a:off x="2413635" y="2309495"/>
            <a:ext cx="0" cy="2199005"/>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0" name="直接连接符 29"/>
          <p:cNvCxnSpPr/>
          <p:nvPr userDrawn="1">
            <p:custDataLst>
              <p:tags r:id="rId10"/>
            </p:custDataLst>
          </p:nvPr>
        </p:nvCxnSpPr>
        <p:spPr>
          <a:xfrm flipH="1">
            <a:off x="6057900" y="2325973"/>
            <a:ext cx="4051302"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1" name="直接连接符 30"/>
          <p:cNvCxnSpPr/>
          <p:nvPr userDrawn="1">
            <p:custDataLst>
              <p:tags r:id="rId11"/>
            </p:custDataLst>
          </p:nvPr>
        </p:nvCxnSpPr>
        <p:spPr>
          <a:xfrm flipH="1">
            <a:off x="9067799" y="4497631"/>
            <a:ext cx="1041401"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2" name="直接连接符 31"/>
          <p:cNvCxnSpPr/>
          <p:nvPr userDrawn="1">
            <p:custDataLst>
              <p:tags r:id="rId12"/>
            </p:custDataLst>
          </p:nvPr>
        </p:nvCxnSpPr>
        <p:spPr>
          <a:xfrm>
            <a:off x="10099165" y="2309669"/>
            <a:ext cx="0" cy="2198832"/>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sp>
        <p:nvSpPr>
          <p:cNvPr id="37" name="副标题 2"/>
          <p:cNvSpPr>
            <a:spLocks noGrp="1"/>
          </p:cNvSpPr>
          <p:nvPr>
            <p:ph type="subTitle" idx="1" hasCustomPrompt="1"/>
            <p:custDataLst>
              <p:tags r:id="rId13"/>
            </p:custDataLst>
          </p:nvPr>
        </p:nvSpPr>
        <p:spPr>
          <a:xfrm>
            <a:off x="3220085" y="4114800"/>
            <a:ext cx="4995545" cy="687705"/>
          </a:xfrm>
        </p:spPr>
        <p:txBody>
          <a:bodyPr wrap="square" anchor="ctr">
            <a:normAutofit/>
          </a:bodyPr>
          <a:lstStyle>
            <a:lvl1pPr marL="0" indent="0" algn="l">
              <a:lnSpc>
                <a:spcPct val="100000"/>
              </a:lnSpc>
              <a:buNone/>
              <a:defRPr sz="2800" b="0">
                <a:solidFill>
                  <a:schemeClr val="tx1">
                    <a:alpha val="90000"/>
                  </a:schemeClr>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dirty="0"/>
              <a:t>单击此处编辑副标题</a:t>
            </a:r>
            <a:endParaRPr lang="zh-CN" altLang="en-US" dirty="0"/>
          </a:p>
        </p:txBody>
      </p:sp>
      <p:cxnSp>
        <p:nvCxnSpPr>
          <p:cNvPr id="50" name="直接连接符 49"/>
          <p:cNvCxnSpPr/>
          <p:nvPr userDrawn="1">
            <p:custDataLst>
              <p:tags r:id="rId14"/>
            </p:custDataLst>
          </p:nvPr>
        </p:nvCxnSpPr>
        <p:spPr>
          <a:xfrm flipH="1">
            <a:off x="8210550" y="3952240"/>
            <a:ext cx="561975" cy="969645"/>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1" name="直接连接符 50"/>
          <p:cNvCxnSpPr/>
          <p:nvPr userDrawn="1">
            <p:custDataLst>
              <p:tags r:id="rId15"/>
            </p:custDataLst>
          </p:nvPr>
        </p:nvCxnSpPr>
        <p:spPr>
          <a:xfrm flipH="1">
            <a:off x="8642350" y="3788410"/>
            <a:ext cx="570865" cy="986155"/>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custDataLst>
              <p:tags r:id="rId2"/>
            </p:custDataLst>
          </p:nvPr>
        </p:nvSpPr>
        <p:spPr/>
        <p:txBody>
          <a:bodyPr vert="horz" wrap="square" lIns="0" tIns="0" rIns="0" bIns="0" rtlCol="0" anchor="b">
            <a:normAutofit/>
          </a:bodyPr>
          <a:lstStyle>
            <a:lvl1pPr>
              <a:defRPr lang="zh-CN" altLang="en-US" dirty="0"/>
            </a:lvl1pPr>
          </a:lstStyle>
          <a:p>
            <a:pPr lvl="0"/>
            <a:r>
              <a:rPr lang="zh-CN" altLang="en-US" dirty="0"/>
              <a:t>单击此处编辑母版标题样式</a:t>
            </a:r>
            <a:endParaRPr lang="zh-CN" altLang="en-US" dirty="0"/>
          </a:p>
        </p:txBody>
      </p:sp>
      <p:sp>
        <p:nvSpPr>
          <p:cNvPr id="3" name="内容占位符 2"/>
          <p:cNvSpPr>
            <a:spLocks noGrp="1"/>
          </p:cNvSpPr>
          <p:nvPr>
            <p:ph sz="half" idx="1"/>
            <p:custDataLst>
              <p:tags r:id="rId3"/>
            </p:custDataLst>
          </p:nvPr>
        </p:nvSpPr>
        <p:spPr>
          <a:xfrm>
            <a:off x="695960" y="1301750"/>
            <a:ext cx="5323840" cy="4875850"/>
          </a:xfrm>
        </p:spPr>
        <p:txBody>
          <a:bodyPr wrap="square">
            <a:normAutofit/>
          </a:bodyPr>
          <a:lstStyle/>
          <a:p>
            <a:pPr lvl="0"/>
            <a:r>
              <a:rPr lang="zh-CN" altLang="en-US" dirty="0"/>
              <a:t>单击此处编辑母版文本样式</a:t>
            </a:r>
            <a:endParaRPr lang="zh-CN" altLang="en-US" dirty="0"/>
          </a:p>
          <a:p>
            <a:pPr lvl="1"/>
            <a:r>
              <a:rPr lang="zh-CN" altLang="en-US" dirty="0">
                <a:sym typeface="+mn-ea"/>
              </a:rPr>
              <a:t>第</a:t>
            </a:r>
            <a:r>
              <a:rPr lang="zh-CN" altLang="en-US" dirty="0"/>
              <a:t>二级</a:t>
            </a:r>
            <a:endParaRPr lang="zh-CN" altLang="en-US" dirty="0"/>
          </a:p>
          <a:p>
            <a:pPr lvl="2"/>
            <a:r>
              <a:rPr lang="zh-CN" altLang="en-US" dirty="0">
                <a:sym typeface="+mn-ea"/>
              </a:rPr>
              <a:t>第</a:t>
            </a:r>
            <a:r>
              <a:rPr lang="zh-CN" altLang="en-US" dirty="0"/>
              <a:t>三级</a:t>
            </a:r>
            <a:endParaRPr lang="zh-CN" altLang="en-US" dirty="0"/>
          </a:p>
          <a:p>
            <a:pPr lvl="3"/>
            <a:r>
              <a:rPr lang="zh-CN" altLang="en-US" dirty="0">
                <a:sym typeface="+mn-ea"/>
              </a:rPr>
              <a:t>第</a:t>
            </a:r>
            <a:r>
              <a:rPr lang="zh-CN" altLang="en-US" dirty="0"/>
              <a:t>四级</a:t>
            </a:r>
            <a:endParaRPr lang="zh-CN" altLang="en-US" dirty="0"/>
          </a:p>
          <a:p>
            <a:pPr lvl="4"/>
            <a:r>
              <a:rPr lang="zh-CN" altLang="en-US" dirty="0">
                <a:sym typeface="+mn-ea"/>
              </a:rPr>
              <a:t>第</a:t>
            </a:r>
            <a:r>
              <a:rPr lang="zh-CN" altLang="en-US" dirty="0"/>
              <a:t>五级</a:t>
            </a:r>
            <a:endParaRPr lang="zh-CN" altLang="en-US" dirty="0"/>
          </a:p>
        </p:txBody>
      </p:sp>
      <p:sp>
        <p:nvSpPr>
          <p:cNvPr id="4" name="内容占位符 3"/>
          <p:cNvSpPr>
            <a:spLocks noGrp="1"/>
          </p:cNvSpPr>
          <p:nvPr>
            <p:ph sz="half" idx="2"/>
            <p:custDataLst>
              <p:tags r:id="rId4"/>
            </p:custDataLst>
          </p:nvPr>
        </p:nvSpPr>
        <p:spPr>
          <a:xfrm>
            <a:off x="6172200" y="1301750"/>
            <a:ext cx="5323840" cy="4875850"/>
          </a:xfrm>
        </p:spPr>
        <p:txBody>
          <a:bodyPr wrap="square">
            <a:normAutofit/>
          </a:bodyPr>
          <a:lstStyle/>
          <a:p>
            <a:pPr lvl="0"/>
            <a:r>
              <a:rPr lang="zh-CN" altLang="en-US" dirty="0"/>
              <a:t>单击此处编辑母版文本样式</a:t>
            </a:r>
            <a:endParaRPr lang="zh-CN" altLang="en-US" dirty="0"/>
          </a:p>
          <a:p>
            <a:pPr lvl="1"/>
            <a:r>
              <a:rPr lang="zh-CN" altLang="en-US" dirty="0">
                <a:sym typeface="+mn-ea"/>
              </a:rPr>
              <a:t>第</a:t>
            </a:r>
            <a:r>
              <a:rPr lang="zh-CN" altLang="en-US" dirty="0"/>
              <a:t>二级</a:t>
            </a:r>
            <a:endParaRPr lang="zh-CN" altLang="en-US" dirty="0"/>
          </a:p>
          <a:p>
            <a:pPr lvl="2"/>
            <a:r>
              <a:rPr lang="zh-CN" altLang="en-US" dirty="0">
                <a:sym typeface="+mn-ea"/>
              </a:rPr>
              <a:t>第</a:t>
            </a:r>
            <a:r>
              <a:rPr lang="zh-CN" altLang="en-US" dirty="0"/>
              <a:t>三级</a:t>
            </a:r>
            <a:endParaRPr lang="zh-CN" altLang="en-US" dirty="0"/>
          </a:p>
          <a:p>
            <a:pPr lvl="3"/>
            <a:r>
              <a:rPr lang="zh-CN" altLang="en-US" dirty="0">
                <a:sym typeface="+mn-ea"/>
              </a:rPr>
              <a:t>第</a:t>
            </a:r>
            <a:r>
              <a:rPr lang="zh-CN" altLang="en-US" dirty="0"/>
              <a:t>四级</a:t>
            </a:r>
            <a:endParaRPr lang="zh-CN" altLang="en-US" dirty="0"/>
          </a:p>
          <a:p>
            <a:pPr lvl="4"/>
            <a:r>
              <a:rPr lang="zh-CN" altLang="en-US" dirty="0">
                <a:sym typeface="+mn-ea"/>
              </a:rPr>
              <a:t>第</a:t>
            </a:r>
            <a:r>
              <a:rPr lang="zh-CN" altLang="en-US" dirty="0"/>
              <a:t>五级</a:t>
            </a:r>
            <a:endParaRPr lang="zh-CN" altLang="en-US" dirty="0"/>
          </a:p>
        </p:txBody>
      </p:sp>
      <p:sp>
        <p:nvSpPr>
          <p:cNvPr id="5" name="日期占位符 4"/>
          <p:cNvSpPr>
            <a:spLocks noGrp="1"/>
          </p:cNvSpPr>
          <p:nvPr>
            <p:ph type="dt" sz="half" idx="10"/>
            <p:custDataLst>
              <p:tags r:id="rId5"/>
            </p:custDataLst>
          </p:nvPr>
        </p:nvSpPr>
        <p:spPr/>
        <p:txBody>
          <a:bodyPr wrap="square">
            <a:normAutofit/>
          </a:bodyPr>
          <a:lstStyle/>
          <a:p>
            <a:fld id="{5592522B-0F24-4480-B9DD-A9474A6880D6}" type="datetimeFigureOut">
              <a:rPr lang="zh-CN" altLang="en-US" smtClean="0"/>
            </a:fld>
            <a:endParaRPr lang="zh-CN" altLang="en-US"/>
          </a:p>
        </p:txBody>
      </p:sp>
      <p:sp>
        <p:nvSpPr>
          <p:cNvPr id="6" name="页脚占位符 5"/>
          <p:cNvSpPr>
            <a:spLocks noGrp="1"/>
          </p:cNvSpPr>
          <p:nvPr>
            <p:ph type="ftr" sz="quarter" idx="11"/>
            <p:custDataLst>
              <p:tags r:id="rId6"/>
            </p:custDataLst>
          </p:nvPr>
        </p:nvSpPr>
        <p:spPr/>
        <p:txBody>
          <a:bodyPr/>
          <a:lstStyle/>
          <a:p>
            <a:endParaRPr lang="zh-CN" altLang="en-US"/>
          </a:p>
        </p:txBody>
      </p:sp>
      <p:sp>
        <p:nvSpPr>
          <p:cNvPr id="7" name="灯片编号占位符 6"/>
          <p:cNvSpPr>
            <a:spLocks noGrp="1"/>
          </p:cNvSpPr>
          <p:nvPr>
            <p:ph type="sldNum" sz="quarter" idx="12"/>
            <p:custDataLst>
              <p:tags r:id="rId7"/>
            </p:custDataLst>
          </p:nvPr>
        </p:nvSpPr>
        <p:spPr>
          <a:xfrm>
            <a:off x="8753983" y="6356350"/>
            <a:ext cx="2743200" cy="365125"/>
          </a:xfrm>
          <a:prstGeom prst="rect">
            <a:avLst/>
          </a:prstGeom>
        </p:spPr>
        <p:txBody>
          <a:bodyPr wrap="square">
            <a:normAutofit/>
          </a:bodyPr>
          <a:lstStyle/>
          <a:p>
            <a:fld id="{BE5F26B5-172A-4DC2-B0B7-181CFC56B87C}" type="slidenum">
              <a:rPr lang="zh-CN" altLang="en-US" smtClean="0"/>
            </a:fld>
            <a:endParaRPr lang="zh-CN"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比较">
    <p:spTree>
      <p:nvGrpSpPr>
        <p:cNvPr id="1" name=""/>
        <p:cNvGrpSpPr/>
        <p:nvPr/>
      </p:nvGrpSpPr>
      <p:grpSpPr>
        <a:xfrm>
          <a:off x="0" y="0"/>
          <a:ext cx="0" cy="0"/>
          <a:chOff x="0" y="0"/>
          <a:chExt cx="0" cy="0"/>
        </a:xfrm>
      </p:grpSpPr>
      <p:sp>
        <p:nvSpPr>
          <p:cNvPr id="3" name="文本占位符 2"/>
          <p:cNvSpPr>
            <a:spLocks noGrp="1"/>
          </p:cNvSpPr>
          <p:nvPr>
            <p:ph type="body" idx="1" hasCustomPrompt="1"/>
            <p:custDataLst>
              <p:tags r:id="rId2"/>
            </p:custDataLst>
          </p:nvPr>
        </p:nvSpPr>
        <p:spPr>
          <a:xfrm>
            <a:off x="695960" y="1301750"/>
            <a:ext cx="5323840" cy="411303"/>
          </a:xfrm>
        </p:spPr>
        <p:txBody>
          <a:bodyPr wrap="square" anchor="b">
            <a:normAutofit/>
          </a:bodyPr>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dirty="0"/>
              <a:t>单击此处编辑母版标题样式</a:t>
            </a:r>
            <a:endParaRPr lang="zh-CN" altLang="en-US" dirty="0"/>
          </a:p>
        </p:txBody>
      </p:sp>
      <p:sp>
        <p:nvSpPr>
          <p:cNvPr id="4" name="内容占位符 3"/>
          <p:cNvSpPr>
            <a:spLocks noGrp="1"/>
          </p:cNvSpPr>
          <p:nvPr>
            <p:ph sz="half" idx="2"/>
            <p:custDataLst>
              <p:tags r:id="rId3"/>
            </p:custDataLst>
          </p:nvPr>
        </p:nvSpPr>
        <p:spPr>
          <a:xfrm>
            <a:off x="695960" y="1875099"/>
            <a:ext cx="5323840" cy="4300276"/>
          </a:xfrm>
        </p:spPr>
        <p:txBody>
          <a:bodyPr wrap="square">
            <a:normAutofit/>
          </a:bodyPr>
          <a:lstStyle>
            <a:lvl1pPr>
              <a:defRPr sz="2200"/>
            </a:lvl1pPr>
          </a:lstStyle>
          <a:p>
            <a:pPr lvl="0"/>
            <a:r>
              <a:rPr lang="zh-CN" altLang="en-US" dirty="0"/>
              <a:t>单击此处编辑母版文本样式</a:t>
            </a:r>
            <a:endParaRPr lang="zh-CN" altLang="en-US" dirty="0"/>
          </a:p>
          <a:p>
            <a:pPr lvl="1"/>
            <a:r>
              <a:rPr lang="zh-CN" altLang="en-US" dirty="0">
                <a:sym typeface="+mn-ea"/>
              </a:rPr>
              <a:t>第</a:t>
            </a:r>
            <a:r>
              <a:rPr lang="zh-CN" altLang="en-US" dirty="0"/>
              <a:t>二级</a:t>
            </a:r>
            <a:endParaRPr lang="zh-CN" altLang="en-US" dirty="0"/>
          </a:p>
          <a:p>
            <a:pPr lvl="2"/>
            <a:r>
              <a:rPr lang="zh-CN" altLang="en-US" dirty="0">
                <a:sym typeface="+mn-ea"/>
              </a:rPr>
              <a:t>第</a:t>
            </a:r>
            <a:r>
              <a:rPr lang="zh-CN" altLang="en-US" dirty="0"/>
              <a:t>三级</a:t>
            </a:r>
            <a:endParaRPr lang="zh-CN" altLang="en-US" dirty="0"/>
          </a:p>
          <a:p>
            <a:pPr lvl="3"/>
            <a:r>
              <a:rPr lang="zh-CN" altLang="en-US" dirty="0">
                <a:sym typeface="+mn-ea"/>
              </a:rPr>
              <a:t>第</a:t>
            </a:r>
            <a:r>
              <a:rPr lang="zh-CN" altLang="en-US" dirty="0"/>
              <a:t>四级</a:t>
            </a:r>
            <a:endParaRPr lang="zh-CN" altLang="en-US" dirty="0"/>
          </a:p>
          <a:p>
            <a:pPr lvl="4"/>
            <a:r>
              <a:rPr lang="zh-CN" altLang="en-US" dirty="0">
                <a:sym typeface="+mn-ea"/>
              </a:rPr>
              <a:t>第</a:t>
            </a:r>
            <a:r>
              <a:rPr lang="zh-CN" altLang="en-US" dirty="0"/>
              <a:t>五级</a:t>
            </a:r>
            <a:endParaRPr lang="zh-CN" altLang="en-US" dirty="0"/>
          </a:p>
        </p:txBody>
      </p:sp>
      <p:sp>
        <p:nvSpPr>
          <p:cNvPr id="5" name="文本占位符 4"/>
          <p:cNvSpPr>
            <a:spLocks noGrp="1"/>
          </p:cNvSpPr>
          <p:nvPr>
            <p:ph type="body" sz="quarter" idx="3" hasCustomPrompt="1"/>
            <p:custDataLst>
              <p:tags r:id="rId4"/>
            </p:custDataLst>
          </p:nvPr>
        </p:nvSpPr>
        <p:spPr>
          <a:xfrm>
            <a:off x="6172200" y="1301750"/>
            <a:ext cx="5323840" cy="411303"/>
          </a:xfrm>
        </p:spPr>
        <p:txBody>
          <a:bodyPr wrap="square" anchor="b">
            <a:normAutofit/>
          </a:bodyPr>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dirty="0"/>
              <a:t>单击此处编辑母版标题样式</a:t>
            </a:r>
            <a:endParaRPr lang="zh-CN" altLang="en-US" dirty="0"/>
          </a:p>
        </p:txBody>
      </p:sp>
      <p:sp>
        <p:nvSpPr>
          <p:cNvPr id="6" name="内容占位符 5"/>
          <p:cNvSpPr>
            <a:spLocks noGrp="1"/>
          </p:cNvSpPr>
          <p:nvPr>
            <p:ph sz="quarter" idx="4"/>
            <p:custDataLst>
              <p:tags r:id="rId5"/>
            </p:custDataLst>
          </p:nvPr>
        </p:nvSpPr>
        <p:spPr>
          <a:xfrm>
            <a:off x="6172200" y="1875099"/>
            <a:ext cx="5323840" cy="4300276"/>
          </a:xfrm>
        </p:spPr>
        <p:txBody>
          <a:bodyPr wrap="square">
            <a:normAutofit/>
          </a:bodyPr>
          <a:lstStyle>
            <a:lvl1pPr>
              <a:defRPr sz="2200"/>
            </a:lvl1pPr>
          </a:lstStyle>
          <a:p>
            <a:pPr lvl="0"/>
            <a:r>
              <a:rPr lang="zh-CN" altLang="en-US" dirty="0"/>
              <a:t>单击此处编辑母版文本样式</a:t>
            </a:r>
            <a:endParaRPr lang="zh-CN" altLang="en-US" dirty="0"/>
          </a:p>
          <a:p>
            <a:pPr lvl="1"/>
            <a:r>
              <a:rPr lang="zh-CN" altLang="en-US" dirty="0">
                <a:sym typeface="+mn-ea"/>
              </a:rPr>
              <a:t>第</a:t>
            </a:r>
            <a:r>
              <a:rPr lang="zh-CN" altLang="en-US" dirty="0"/>
              <a:t>二级</a:t>
            </a:r>
            <a:endParaRPr lang="zh-CN" altLang="en-US" dirty="0"/>
          </a:p>
          <a:p>
            <a:pPr lvl="2"/>
            <a:r>
              <a:rPr lang="zh-CN" altLang="en-US" dirty="0">
                <a:sym typeface="+mn-ea"/>
              </a:rPr>
              <a:t>第</a:t>
            </a:r>
            <a:r>
              <a:rPr lang="zh-CN" altLang="en-US" dirty="0"/>
              <a:t>三级</a:t>
            </a:r>
            <a:endParaRPr lang="zh-CN" altLang="en-US" dirty="0"/>
          </a:p>
          <a:p>
            <a:pPr lvl="3"/>
            <a:r>
              <a:rPr lang="zh-CN" altLang="en-US" dirty="0">
                <a:sym typeface="+mn-ea"/>
              </a:rPr>
              <a:t>第</a:t>
            </a:r>
            <a:r>
              <a:rPr lang="zh-CN" altLang="en-US" dirty="0"/>
              <a:t>四级</a:t>
            </a:r>
            <a:endParaRPr lang="zh-CN" altLang="en-US" dirty="0"/>
          </a:p>
          <a:p>
            <a:pPr lvl="4"/>
            <a:r>
              <a:rPr lang="zh-CN" altLang="en-US" dirty="0">
                <a:sym typeface="+mn-ea"/>
              </a:rPr>
              <a:t>第</a:t>
            </a:r>
            <a:r>
              <a:rPr lang="zh-CN" altLang="en-US" dirty="0"/>
              <a:t>五级</a:t>
            </a:r>
            <a:endParaRPr lang="zh-CN" altLang="en-US" dirty="0"/>
          </a:p>
        </p:txBody>
      </p:sp>
      <p:sp>
        <p:nvSpPr>
          <p:cNvPr id="7" name="日期占位符 6"/>
          <p:cNvSpPr>
            <a:spLocks noGrp="1"/>
          </p:cNvSpPr>
          <p:nvPr>
            <p:ph type="dt" sz="half" idx="10"/>
            <p:custDataLst>
              <p:tags r:id="rId6"/>
            </p:custDataLst>
          </p:nvPr>
        </p:nvSpPr>
        <p:spPr/>
        <p:txBody>
          <a:bodyPr wrap="square">
            <a:normAutofit/>
          </a:bodyPr>
          <a:lstStyle/>
          <a:p>
            <a:fld id="{5592522B-0F24-4480-B9DD-A9474A6880D6}" type="datetimeFigureOut">
              <a:rPr lang="zh-CN" altLang="en-US" smtClean="0"/>
            </a:fld>
            <a:endParaRPr lang="zh-CN" altLang="en-US"/>
          </a:p>
        </p:txBody>
      </p:sp>
      <p:sp>
        <p:nvSpPr>
          <p:cNvPr id="8" name="页脚占位符 7"/>
          <p:cNvSpPr>
            <a:spLocks noGrp="1"/>
          </p:cNvSpPr>
          <p:nvPr>
            <p:ph type="ftr" sz="quarter" idx="11"/>
            <p:custDataLst>
              <p:tags r:id="rId7"/>
            </p:custDataLst>
          </p:nvPr>
        </p:nvSpPr>
        <p:spPr/>
        <p:txBody>
          <a:bodyPr/>
          <a:lstStyle/>
          <a:p>
            <a:endParaRPr lang="zh-CN" altLang="en-US"/>
          </a:p>
        </p:txBody>
      </p:sp>
      <p:sp>
        <p:nvSpPr>
          <p:cNvPr id="9" name="灯片编号占位符 8"/>
          <p:cNvSpPr>
            <a:spLocks noGrp="1"/>
          </p:cNvSpPr>
          <p:nvPr>
            <p:ph type="sldNum" sz="quarter" idx="12"/>
            <p:custDataLst>
              <p:tags r:id="rId8"/>
            </p:custDataLst>
          </p:nvPr>
        </p:nvSpPr>
        <p:spPr>
          <a:xfrm>
            <a:off x="8753983" y="6356350"/>
            <a:ext cx="2743200" cy="365125"/>
          </a:xfrm>
          <a:prstGeom prst="rect">
            <a:avLst/>
          </a:prstGeom>
        </p:spPr>
        <p:txBody>
          <a:bodyPr wrap="square">
            <a:normAutofit/>
          </a:bodyPr>
          <a:lstStyle/>
          <a:p>
            <a:fld id="{BE5F26B5-172A-4DC2-B0B7-181CFC56B87C}" type="slidenum">
              <a:rPr lang="zh-CN" altLang="en-US" smtClean="0"/>
            </a:fld>
            <a:endParaRPr lang="zh-CN" altLang="en-US"/>
          </a:p>
        </p:txBody>
      </p:sp>
      <p:sp>
        <p:nvSpPr>
          <p:cNvPr id="10" name="标题 9"/>
          <p:cNvSpPr>
            <a:spLocks noGrp="1"/>
          </p:cNvSpPr>
          <p:nvPr>
            <p:ph type="title"/>
            <p:custDataLst>
              <p:tags r:id="rId9"/>
            </p:custDataLst>
          </p:nvPr>
        </p:nvSpPr>
        <p:spPr/>
        <p:txBody>
          <a:bodyPr/>
          <a:lstStyle/>
          <a:p>
            <a:r>
              <a:rPr lang="zh-CN" altLang="en-US"/>
              <a:t>单击此处编辑母版标题样式</a:t>
            </a:r>
            <a:endParaRPr lang="zh-CN"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custDataLst>
              <p:tags r:id="rId2"/>
            </p:custDataLst>
          </p:nvPr>
        </p:nvSpPr>
        <p:spPr/>
        <p:txBody>
          <a:bodyPr wrap="square">
            <a:normAutofit/>
          </a:bodyPr>
          <a:lstStyle/>
          <a:p>
            <a:r>
              <a:rPr lang="zh-CN" altLang="en-US" dirty="0"/>
              <a:t>单击此处编辑母版标题样式</a:t>
            </a:r>
            <a:endParaRPr lang="zh-CN" altLang="en-US" dirty="0"/>
          </a:p>
        </p:txBody>
      </p:sp>
      <p:sp>
        <p:nvSpPr>
          <p:cNvPr id="3" name="日期占位符 2"/>
          <p:cNvSpPr>
            <a:spLocks noGrp="1"/>
          </p:cNvSpPr>
          <p:nvPr>
            <p:ph type="dt" sz="half" idx="10"/>
            <p:custDataLst>
              <p:tags r:id="rId3"/>
            </p:custDataLst>
          </p:nvPr>
        </p:nvSpPr>
        <p:spPr/>
        <p:txBody>
          <a:bodyPr wrap="square">
            <a:normAutofit/>
          </a:bodyPr>
          <a:lstStyle/>
          <a:p>
            <a:fld id="{5592522B-0F24-4480-B9DD-A9474A6880D6}" type="datetimeFigureOut">
              <a:rPr lang="zh-CN" altLang="en-US" smtClean="0"/>
            </a:fld>
            <a:endParaRPr lang="zh-CN" altLang="en-US"/>
          </a:p>
        </p:txBody>
      </p:sp>
      <p:sp>
        <p:nvSpPr>
          <p:cNvPr id="4" name="页脚占位符 3"/>
          <p:cNvSpPr>
            <a:spLocks noGrp="1"/>
          </p:cNvSpPr>
          <p:nvPr>
            <p:ph type="ftr" sz="quarter" idx="11"/>
            <p:custDataLst>
              <p:tags r:id="rId4"/>
            </p:custDataLst>
          </p:nvPr>
        </p:nvSpPr>
        <p:spPr/>
        <p:txBody>
          <a:bodyPr/>
          <a:lstStyle/>
          <a:p>
            <a:endParaRPr lang="zh-CN" altLang="en-US"/>
          </a:p>
        </p:txBody>
      </p:sp>
      <p:sp>
        <p:nvSpPr>
          <p:cNvPr id="5" name="灯片编号占位符 4"/>
          <p:cNvSpPr>
            <a:spLocks noGrp="1"/>
          </p:cNvSpPr>
          <p:nvPr>
            <p:ph type="sldNum" sz="quarter" idx="12"/>
            <p:custDataLst>
              <p:tags r:id="rId5"/>
            </p:custDataLst>
          </p:nvPr>
        </p:nvSpPr>
        <p:spPr>
          <a:xfrm>
            <a:off x="8753983" y="6356350"/>
            <a:ext cx="2743200" cy="365125"/>
          </a:xfrm>
          <a:prstGeom prst="rect">
            <a:avLst/>
          </a:prstGeom>
        </p:spPr>
        <p:txBody>
          <a:bodyPr wrap="square">
            <a:normAutofit/>
          </a:bodyPr>
          <a:lstStyle/>
          <a:p>
            <a:fld id="{BE5F26B5-172A-4DC2-B0B7-181CFC56B87C}" type="slidenum">
              <a:rPr lang="zh-CN" altLang="en-US" smtClean="0"/>
            </a:fld>
            <a:endParaRPr lang="zh-CN"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custDataLst>
              <p:tags r:id="rId2"/>
            </p:custDataLst>
          </p:nvPr>
        </p:nvSpPr>
        <p:spPr/>
        <p:txBody>
          <a:bodyPr wrap="square">
            <a:normAutofit/>
          </a:bodyPr>
          <a:lstStyle/>
          <a:p>
            <a:fld id="{5592522B-0F24-4480-B9DD-A9474A6880D6}" type="datetimeFigureOut">
              <a:rPr lang="zh-CN" altLang="en-US" smtClean="0"/>
            </a:fld>
            <a:endParaRPr lang="zh-CN" altLang="en-US" dirty="0"/>
          </a:p>
        </p:txBody>
      </p:sp>
      <p:sp>
        <p:nvSpPr>
          <p:cNvPr id="3" name="页脚占位符 2"/>
          <p:cNvSpPr>
            <a:spLocks noGrp="1"/>
          </p:cNvSpPr>
          <p:nvPr>
            <p:ph type="ftr" sz="quarter" idx="11"/>
            <p:custDataLst>
              <p:tags r:id="rId3"/>
            </p:custDataLst>
          </p:nvPr>
        </p:nvSpPr>
        <p:spPr/>
        <p:txBody>
          <a:bodyPr/>
          <a:lstStyle/>
          <a:p>
            <a:endParaRPr lang="zh-CN" altLang="en-US"/>
          </a:p>
        </p:txBody>
      </p:sp>
      <p:sp>
        <p:nvSpPr>
          <p:cNvPr id="4" name="灯片编号占位符 3"/>
          <p:cNvSpPr>
            <a:spLocks noGrp="1"/>
          </p:cNvSpPr>
          <p:nvPr>
            <p:ph type="sldNum" sz="quarter" idx="12"/>
            <p:custDataLst>
              <p:tags r:id="rId4"/>
            </p:custDataLst>
          </p:nvPr>
        </p:nvSpPr>
        <p:spPr>
          <a:xfrm>
            <a:off x="8753983" y="6356350"/>
            <a:ext cx="2743200" cy="365125"/>
          </a:xfrm>
          <a:prstGeom prst="rect">
            <a:avLst/>
          </a:prstGeom>
        </p:spPr>
        <p:txBody>
          <a:bodyPr wrap="square">
            <a:normAutofit/>
          </a:bodyPr>
          <a:lstStyle/>
          <a:p>
            <a:fld id="{BE5F26B5-172A-4DC2-B0B7-181CFC56B87C}" type="slidenum">
              <a:rPr lang="zh-CN" altLang="en-US" smtClean="0"/>
            </a:fld>
            <a:endParaRPr lang="zh-CN"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仅内容">
    <p:spTree>
      <p:nvGrpSpPr>
        <p:cNvPr id="1" name=""/>
        <p:cNvGrpSpPr/>
        <p:nvPr/>
      </p:nvGrpSpPr>
      <p:grpSpPr>
        <a:xfrm>
          <a:off x="0" y="0"/>
          <a:ext cx="0" cy="0"/>
          <a:chOff x="0" y="0"/>
          <a:chExt cx="0" cy="0"/>
        </a:xfrm>
      </p:grpSpPr>
      <p:sp>
        <p:nvSpPr>
          <p:cNvPr id="3" name="内容占位符 1"/>
          <p:cNvSpPr>
            <a:spLocks noGrp="1"/>
          </p:cNvSpPr>
          <p:nvPr>
            <p:ph idx="1"/>
            <p:custDataLst>
              <p:tags r:id="rId2"/>
            </p:custDataLst>
          </p:nvPr>
        </p:nvSpPr>
        <p:spPr>
          <a:xfrm>
            <a:off x="695960" y="360045"/>
            <a:ext cx="10801985" cy="5817870"/>
          </a:xfrm>
        </p:spPr>
        <p:txBody>
          <a:bodyPr wrap="square">
            <a:normAutofit/>
          </a:bodyPr>
          <a:lstStyle/>
          <a:p>
            <a:pPr lvl="0"/>
            <a:r>
              <a:rPr lang="zh-CN" altLang="en-US" dirty="0"/>
              <a:t>单击此处编辑母版文本样式</a:t>
            </a:r>
            <a:endParaRPr lang="zh-CN" altLang="en-US" dirty="0"/>
          </a:p>
          <a:p>
            <a:pPr lvl="1"/>
            <a:r>
              <a:rPr lang="zh-CN" altLang="en-US" dirty="0">
                <a:sym typeface="+mn-ea"/>
              </a:rPr>
              <a:t>第</a:t>
            </a:r>
            <a:r>
              <a:rPr lang="zh-CN" altLang="en-US" dirty="0"/>
              <a:t>二级</a:t>
            </a:r>
            <a:endParaRPr lang="zh-CN" altLang="en-US" dirty="0"/>
          </a:p>
          <a:p>
            <a:pPr lvl="2"/>
            <a:r>
              <a:rPr lang="zh-CN" altLang="en-US" dirty="0">
                <a:sym typeface="+mn-ea"/>
              </a:rPr>
              <a:t>第</a:t>
            </a:r>
            <a:r>
              <a:rPr lang="zh-CN" altLang="en-US" dirty="0"/>
              <a:t>三级</a:t>
            </a:r>
            <a:endParaRPr lang="zh-CN" altLang="en-US" dirty="0"/>
          </a:p>
          <a:p>
            <a:pPr lvl="3"/>
            <a:r>
              <a:rPr lang="zh-CN" altLang="en-US" dirty="0">
                <a:sym typeface="+mn-ea"/>
              </a:rPr>
              <a:t>第</a:t>
            </a:r>
            <a:r>
              <a:rPr lang="zh-CN" altLang="en-US" dirty="0"/>
              <a:t>四级</a:t>
            </a:r>
            <a:endParaRPr lang="zh-CN" altLang="en-US" dirty="0"/>
          </a:p>
          <a:p>
            <a:pPr lvl="4"/>
            <a:r>
              <a:rPr lang="zh-CN" altLang="en-US" dirty="0">
                <a:sym typeface="+mn-ea"/>
              </a:rPr>
              <a:t>第</a:t>
            </a:r>
            <a:r>
              <a:rPr lang="zh-CN" altLang="en-US" dirty="0"/>
              <a:t>五级</a:t>
            </a:r>
            <a:endParaRPr lang="zh-CN" altLang="en-US" dirty="0"/>
          </a:p>
        </p:txBody>
      </p:sp>
      <p:sp>
        <p:nvSpPr>
          <p:cNvPr id="4" name="日期占位符 2"/>
          <p:cNvSpPr>
            <a:spLocks noGrp="1"/>
          </p:cNvSpPr>
          <p:nvPr>
            <p:ph type="dt" sz="half" idx="10"/>
            <p:custDataLst>
              <p:tags r:id="rId3"/>
            </p:custDataLst>
          </p:nvPr>
        </p:nvSpPr>
        <p:spPr/>
        <p:txBody>
          <a:bodyPr wrap="square">
            <a:normAutofit/>
          </a:bodyPr>
          <a:lstStyle/>
          <a:p>
            <a:fld id="{5592522B-0F24-4480-B9DD-A9474A6880D6}" type="datetimeFigureOut">
              <a:rPr lang="zh-CN" altLang="en-US" smtClean="0"/>
            </a:fld>
            <a:endParaRPr lang="zh-CN" altLang="en-US"/>
          </a:p>
        </p:txBody>
      </p:sp>
      <p:sp>
        <p:nvSpPr>
          <p:cNvPr id="5" name="页脚占位符 3"/>
          <p:cNvSpPr>
            <a:spLocks noGrp="1"/>
          </p:cNvSpPr>
          <p:nvPr>
            <p:ph type="ftr" sz="quarter" idx="11"/>
            <p:custDataLst>
              <p:tags r:id="rId4"/>
            </p:custDataLst>
          </p:nvPr>
        </p:nvSpPr>
        <p:spPr/>
        <p:txBody>
          <a:bodyPr/>
          <a:lstStyle/>
          <a:p>
            <a:endParaRPr lang="zh-CN" altLang="en-US"/>
          </a:p>
        </p:txBody>
      </p:sp>
      <p:sp>
        <p:nvSpPr>
          <p:cNvPr id="6" name="灯片编号占位符 4"/>
          <p:cNvSpPr>
            <a:spLocks noGrp="1"/>
          </p:cNvSpPr>
          <p:nvPr>
            <p:ph type="sldNum" sz="quarter" idx="12"/>
            <p:custDataLst>
              <p:tags r:id="rId5"/>
            </p:custDataLst>
          </p:nvPr>
        </p:nvSpPr>
        <p:spPr>
          <a:xfrm>
            <a:off x="8753983" y="6356350"/>
            <a:ext cx="2743200" cy="365125"/>
          </a:xfrm>
          <a:prstGeom prst="rect">
            <a:avLst/>
          </a:prstGeom>
        </p:spPr>
        <p:txBody>
          <a:bodyPr wrap="square">
            <a:normAutofit/>
          </a:bodyPr>
          <a:lstStyle/>
          <a:p>
            <a:fld id="{BE5F26B5-172A-4DC2-B0B7-181CFC56B87C}" type="slidenum">
              <a:rPr lang="zh-CN" altLang="en-US" smtClean="0"/>
            </a:fld>
            <a:endParaRPr lang="zh-CN"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标题和副标题">
    <p:spTree>
      <p:nvGrpSpPr>
        <p:cNvPr id="1" name=""/>
        <p:cNvGrpSpPr/>
        <p:nvPr/>
      </p:nvGrpSpPr>
      <p:grpSpPr>
        <a:xfrm>
          <a:off x="0" y="0"/>
          <a:ext cx="0" cy="0"/>
          <a:chOff x="0" y="0"/>
          <a:chExt cx="0" cy="0"/>
        </a:xfrm>
      </p:grpSpPr>
      <p:sp>
        <p:nvSpPr>
          <p:cNvPr id="3" name="文本占位符 2"/>
          <p:cNvSpPr>
            <a:spLocks noGrp="1"/>
          </p:cNvSpPr>
          <p:nvPr>
            <p:ph type="body" idx="1" hasCustomPrompt="1"/>
            <p:custDataLst>
              <p:tags r:id="rId2"/>
            </p:custDataLst>
          </p:nvPr>
        </p:nvSpPr>
        <p:spPr>
          <a:xfrm>
            <a:off x="695960" y="1301750"/>
            <a:ext cx="10799088" cy="405553"/>
          </a:xfrm>
        </p:spPr>
        <p:txBody>
          <a:bodyPr wrap="square" anchor="t">
            <a:norm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r>
              <a:rPr lang="zh-CN" altLang="en-US" dirty="0"/>
              <a:t>单击此处编辑副标题</a:t>
            </a:r>
            <a:endParaRPr lang="zh-CN" altLang="en-US" dirty="0"/>
          </a:p>
        </p:txBody>
      </p:sp>
      <p:sp>
        <p:nvSpPr>
          <p:cNvPr id="7" name="日期占位符 3"/>
          <p:cNvSpPr>
            <a:spLocks noGrp="1"/>
          </p:cNvSpPr>
          <p:nvPr>
            <p:ph type="dt" sz="half" idx="10"/>
            <p:custDataLst>
              <p:tags r:id="rId3"/>
            </p:custDataLst>
          </p:nvPr>
        </p:nvSpPr>
        <p:spPr/>
        <p:txBody>
          <a:bodyPr wrap="square">
            <a:normAutofit/>
          </a:bodyPr>
          <a:lstStyle/>
          <a:p>
            <a:fld id="{5592522B-0F24-4480-B9DD-A9474A6880D6}" type="datetimeFigureOut">
              <a:rPr lang="zh-CN" altLang="en-US" smtClean="0"/>
            </a:fld>
            <a:endParaRPr lang="zh-CN" altLang="en-US"/>
          </a:p>
        </p:txBody>
      </p:sp>
      <p:sp>
        <p:nvSpPr>
          <p:cNvPr id="8" name="页脚占位符 4"/>
          <p:cNvSpPr>
            <a:spLocks noGrp="1"/>
          </p:cNvSpPr>
          <p:nvPr>
            <p:ph type="ftr" sz="quarter" idx="11"/>
            <p:custDataLst>
              <p:tags r:id="rId4"/>
            </p:custDataLst>
          </p:nvPr>
        </p:nvSpPr>
        <p:spPr/>
        <p:txBody>
          <a:bodyPr/>
          <a:lstStyle/>
          <a:p>
            <a:endParaRPr lang="zh-CN" altLang="en-US"/>
          </a:p>
        </p:txBody>
      </p:sp>
      <p:sp>
        <p:nvSpPr>
          <p:cNvPr id="9" name="灯片编号占位符 5"/>
          <p:cNvSpPr>
            <a:spLocks noGrp="1"/>
          </p:cNvSpPr>
          <p:nvPr>
            <p:ph type="sldNum" sz="quarter" idx="12"/>
            <p:custDataLst>
              <p:tags r:id="rId5"/>
            </p:custDataLst>
          </p:nvPr>
        </p:nvSpPr>
        <p:spPr>
          <a:xfrm>
            <a:off x="8753983" y="6356350"/>
            <a:ext cx="2743200" cy="365125"/>
          </a:xfrm>
          <a:prstGeom prst="rect">
            <a:avLst/>
          </a:prstGeom>
        </p:spPr>
        <p:txBody>
          <a:bodyPr wrap="square">
            <a:normAutofit/>
          </a:bodyPr>
          <a:lstStyle/>
          <a:p>
            <a:fld id="{BE5F26B5-172A-4DC2-B0B7-181CFC56B87C}" type="slidenum">
              <a:rPr lang="zh-CN" altLang="en-US" smtClean="0"/>
            </a:fld>
            <a:endParaRPr lang="zh-CN" altLang="en-US"/>
          </a:p>
        </p:txBody>
      </p:sp>
      <p:sp>
        <p:nvSpPr>
          <p:cNvPr id="4" name="标题 3"/>
          <p:cNvSpPr>
            <a:spLocks noGrp="1"/>
          </p:cNvSpPr>
          <p:nvPr>
            <p:ph type="title"/>
            <p:custDataLst>
              <p:tags r:id="rId6"/>
            </p:custDataLst>
          </p:nvPr>
        </p:nvSpPr>
        <p:spPr/>
        <p:txBody>
          <a:bodyPr/>
          <a:lstStyle/>
          <a:p>
            <a:r>
              <a:rPr lang="zh-CN" altLang="en-US"/>
              <a:t>单击此处编辑母版标题样式</a:t>
            </a:r>
            <a:endParaRPr lang="zh-CN" alt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showMasterSp="0" userDrawn="1">
  <p:cSld name="末尾幻灯片">
    <p:spTree>
      <p:nvGrpSpPr>
        <p:cNvPr id="1" name=""/>
        <p:cNvGrpSpPr/>
        <p:nvPr/>
      </p:nvGrpSpPr>
      <p:grpSpPr>
        <a:xfrm>
          <a:off x="0" y="0"/>
          <a:ext cx="0" cy="0"/>
          <a:chOff x="0" y="0"/>
          <a:chExt cx="0" cy="0"/>
        </a:xfrm>
      </p:grpSpPr>
      <p:sp>
        <p:nvSpPr>
          <p:cNvPr id="4" name="日期占位符 3"/>
          <p:cNvSpPr>
            <a:spLocks noGrp="1"/>
          </p:cNvSpPr>
          <p:nvPr>
            <p:ph type="dt" sz="half" idx="10"/>
            <p:custDataLst>
              <p:tags r:id="rId2"/>
            </p:custDataLst>
          </p:nvPr>
        </p:nvSpPr>
        <p:spPr/>
        <p:txBody>
          <a:bodyPr wrap="square">
            <a:normAutofit/>
          </a:bodyPr>
          <a:lstStyle/>
          <a:p>
            <a:fld id="{5592522B-0F24-4480-B9DD-A9474A6880D6}" type="datetimeFigureOut">
              <a:rPr lang="zh-CN" altLang="en-US" smtClean="0"/>
            </a:fld>
            <a:endParaRPr lang="zh-CN" altLang="en-US"/>
          </a:p>
        </p:txBody>
      </p:sp>
      <p:sp>
        <p:nvSpPr>
          <p:cNvPr id="5" name="页脚占位符 4"/>
          <p:cNvSpPr>
            <a:spLocks noGrp="1"/>
          </p:cNvSpPr>
          <p:nvPr>
            <p:ph type="ftr" sz="quarter" idx="11"/>
            <p:custDataLst>
              <p:tags r:id="rId3"/>
            </p:custDataLst>
          </p:nvPr>
        </p:nvSpPr>
        <p:spPr/>
        <p:txBody>
          <a:bodyPr/>
          <a:lstStyle/>
          <a:p>
            <a:endParaRPr lang="zh-CN" altLang="en-US"/>
          </a:p>
        </p:txBody>
      </p:sp>
      <p:sp>
        <p:nvSpPr>
          <p:cNvPr id="6" name="灯片编号占位符 5"/>
          <p:cNvSpPr>
            <a:spLocks noGrp="1"/>
          </p:cNvSpPr>
          <p:nvPr>
            <p:ph type="sldNum" sz="quarter" idx="12"/>
            <p:custDataLst>
              <p:tags r:id="rId4"/>
            </p:custDataLst>
          </p:nvPr>
        </p:nvSpPr>
        <p:spPr>
          <a:xfrm>
            <a:off x="8610600" y="6356350"/>
            <a:ext cx="2743200" cy="365125"/>
          </a:xfrm>
          <a:prstGeom prst="rect">
            <a:avLst/>
          </a:prstGeom>
        </p:spPr>
        <p:txBody>
          <a:bodyPr wrap="square">
            <a:normAutofit/>
          </a:bodyPr>
          <a:lstStyle/>
          <a:p>
            <a:fld id="{BE5F26B5-172A-4DC2-B0B7-181CFC56B87C}" type="slidenum">
              <a:rPr lang="zh-CN" altLang="en-US" smtClean="0"/>
            </a:fld>
            <a:endParaRPr lang="zh-CN" altLang="en-US"/>
          </a:p>
        </p:txBody>
      </p:sp>
      <p:sp>
        <p:nvSpPr>
          <p:cNvPr id="67" name="矩形 1"/>
          <p:cNvSpPr/>
          <p:nvPr userDrawn="1">
            <p:custDataLst>
              <p:tags r:id="rId5"/>
            </p:custDataLst>
          </p:nvPr>
        </p:nvSpPr>
        <p:spPr>
          <a:xfrm>
            <a:off x="5060677" y="1612900"/>
            <a:ext cx="6014720" cy="2550723"/>
          </a:xfrm>
          <a:custGeom>
            <a:avLst/>
            <a:gdLst>
              <a:gd name="connsiteX0" fmla="*/ 0 w 6014720"/>
              <a:gd name="connsiteY0" fmla="*/ 0 h 2549144"/>
              <a:gd name="connsiteX1" fmla="*/ 6014720 w 6014720"/>
              <a:gd name="connsiteY1" fmla="*/ 0 h 2549144"/>
              <a:gd name="connsiteX2" fmla="*/ 6014720 w 6014720"/>
              <a:gd name="connsiteY2" fmla="*/ 2549144 h 2549144"/>
              <a:gd name="connsiteX3" fmla="*/ 0 w 6014720"/>
              <a:gd name="connsiteY3" fmla="*/ 2549144 h 2549144"/>
              <a:gd name="connsiteX4" fmla="*/ 0 w 6014720"/>
              <a:gd name="connsiteY4" fmla="*/ 0 h 2549144"/>
              <a:gd name="connsiteX0-1" fmla="*/ 0 w 6014720"/>
              <a:gd name="connsiteY0-2" fmla="*/ 0 h 2549144"/>
              <a:gd name="connsiteX1-3" fmla="*/ 6014720 w 6014720"/>
              <a:gd name="connsiteY1-4" fmla="*/ 0 h 2549144"/>
              <a:gd name="connsiteX2-5" fmla="*/ 6014720 w 6014720"/>
              <a:gd name="connsiteY2-6" fmla="*/ 2549144 h 2549144"/>
              <a:gd name="connsiteX3-7" fmla="*/ 4580890 w 6014720"/>
              <a:gd name="connsiteY3-8" fmla="*/ 2543690 h 2549144"/>
              <a:gd name="connsiteX4-9" fmla="*/ 0 w 6014720"/>
              <a:gd name="connsiteY4-10" fmla="*/ 2549144 h 2549144"/>
              <a:gd name="connsiteX5" fmla="*/ 0 w 6014720"/>
              <a:gd name="connsiteY5" fmla="*/ 0 h 2549144"/>
              <a:gd name="connsiteX0-11" fmla="*/ 0 w 6014720"/>
              <a:gd name="connsiteY0-12" fmla="*/ 2549144 h 2640584"/>
              <a:gd name="connsiteX1-13" fmla="*/ 0 w 6014720"/>
              <a:gd name="connsiteY1-14" fmla="*/ 0 h 2640584"/>
              <a:gd name="connsiteX2-15" fmla="*/ 6014720 w 6014720"/>
              <a:gd name="connsiteY2-16" fmla="*/ 0 h 2640584"/>
              <a:gd name="connsiteX3-17" fmla="*/ 6014720 w 6014720"/>
              <a:gd name="connsiteY3-18" fmla="*/ 2549144 h 2640584"/>
              <a:gd name="connsiteX4-19" fmla="*/ 4580890 w 6014720"/>
              <a:gd name="connsiteY4-20" fmla="*/ 2543690 h 2640584"/>
              <a:gd name="connsiteX5-21" fmla="*/ 91440 w 6014720"/>
              <a:gd name="connsiteY5-22" fmla="*/ 2640584 h 2640584"/>
              <a:gd name="connsiteX0-23" fmla="*/ 0 w 6014720"/>
              <a:gd name="connsiteY0-24" fmla="*/ 2549144 h 2549144"/>
              <a:gd name="connsiteX1-25" fmla="*/ 0 w 6014720"/>
              <a:gd name="connsiteY1-26" fmla="*/ 0 h 2549144"/>
              <a:gd name="connsiteX2-27" fmla="*/ 6014720 w 6014720"/>
              <a:gd name="connsiteY2-28" fmla="*/ 0 h 2549144"/>
              <a:gd name="connsiteX3-29" fmla="*/ 6014720 w 6014720"/>
              <a:gd name="connsiteY3-30" fmla="*/ 2549144 h 2549144"/>
              <a:gd name="connsiteX4-31" fmla="*/ 4580890 w 6014720"/>
              <a:gd name="connsiteY4-32" fmla="*/ 2543690 h 2549144"/>
              <a:gd name="connsiteX0-33" fmla="*/ 0 w 6014720"/>
              <a:gd name="connsiteY0-34" fmla="*/ 0 h 2549144"/>
              <a:gd name="connsiteX1-35" fmla="*/ 6014720 w 6014720"/>
              <a:gd name="connsiteY1-36" fmla="*/ 0 h 2549144"/>
              <a:gd name="connsiteX2-37" fmla="*/ 6014720 w 6014720"/>
              <a:gd name="connsiteY2-38" fmla="*/ 2549144 h 2549144"/>
              <a:gd name="connsiteX3-39" fmla="*/ 4580890 w 6014720"/>
              <a:gd name="connsiteY3-40" fmla="*/ 2543690 h 2549144"/>
            </a:gdLst>
            <a:ahLst/>
            <a:cxnLst>
              <a:cxn ang="0">
                <a:pos x="connsiteX0-1" y="connsiteY0-2"/>
              </a:cxn>
              <a:cxn ang="0">
                <a:pos x="connsiteX1-3" y="connsiteY1-4"/>
              </a:cxn>
              <a:cxn ang="0">
                <a:pos x="connsiteX2-5" y="connsiteY2-6"/>
              </a:cxn>
              <a:cxn ang="0">
                <a:pos x="connsiteX3-7" y="connsiteY3-8"/>
              </a:cxn>
            </a:cxnLst>
            <a:rect l="l" t="t" r="r" b="b"/>
            <a:pathLst>
              <a:path w="6014720" h="2549144">
                <a:moveTo>
                  <a:pt x="0" y="0"/>
                </a:moveTo>
                <a:lnTo>
                  <a:pt x="6014720" y="0"/>
                </a:lnTo>
                <a:lnTo>
                  <a:pt x="6014720" y="2549144"/>
                </a:lnTo>
                <a:lnTo>
                  <a:pt x="4580890" y="2543690"/>
                </a:lnTo>
              </a:path>
            </a:pathLst>
          </a:custGeom>
          <a:noFill/>
          <a:ln w="254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8" name="矩形 14"/>
          <p:cNvSpPr/>
          <p:nvPr userDrawn="1">
            <p:custDataLst>
              <p:tags r:id="rId6"/>
            </p:custDataLst>
          </p:nvPr>
        </p:nvSpPr>
        <p:spPr>
          <a:xfrm>
            <a:off x="1144270" y="1612900"/>
            <a:ext cx="2411730" cy="2548760"/>
          </a:xfrm>
          <a:custGeom>
            <a:avLst/>
            <a:gdLst>
              <a:gd name="connsiteX0" fmla="*/ 0 w 2759710"/>
              <a:gd name="connsiteY0" fmla="*/ 0 h 2537330"/>
              <a:gd name="connsiteX1" fmla="*/ 2759710 w 2759710"/>
              <a:gd name="connsiteY1" fmla="*/ 0 h 2537330"/>
              <a:gd name="connsiteX2" fmla="*/ 2759710 w 2759710"/>
              <a:gd name="connsiteY2" fmla="*/ 2537330 h 2537330"/>
              <a:gd name="connsiteX3" fmla="*/ 0 w 2759710"/>
              <a:gd name="connsiteY3" fmla="*/ 2537330 h 2537330"/>
              <a:gd name="connsiteX4" fmla="*/ 0 w 2759710"/>
              <a:gd name="connsiteY4" fmla="*/ 0 h 2537330"/>
              <a:gd name="connsiteX0-1" fmla="*/ 0 w 2759710"/>
              <a:gd name="connsiteY0-2" fmla="*/ 11430 h 2548760"/>
              <a:gd name="connsiteX1-3" fmla="*/ 2360930 w 2759710"/>
              <a:gd name="connsiteY1-4" fmla="*/ 0 h 2548760"/>
              <a:gd name="connsiteX2-5" fmla="*/ 2759710 w 2759710"/>
              <a:gd name="connsiteY2-6" fmla="*/ 11430 h 2548760"/>
              <a:gd name="connsiteX3-7" fmla="*/ 2759710 w 2759710"/>
              <a:gd name="connsiteY3-8" fmla="*/ 2548760 h 2548760"/>
              <a:gd name="connsiteX4-9" fmla="*/ 0 w 2759710"/>
              <a:gd name="connsiteY4-10" fmla="*/ 2548760 h 2548760"/>
              <a:gd name="connsiteX5" fmla="*/ 0 w 2759710"/>
              <a:gd name="connsiteY5" fmla="*/ 11430 h 2548760"/>
              <a:gd name="connsiteX0-11" fmla="*/ 0 w 2759710"/>
              <a:gd name="connsiteY0-12" fmla="*/ 11430 h 2548760"/>
              <a:gd name="connsiteX1-13" fmla="*/ 2360930 w 2759710"/>
              <a:gd name="connsiteY1-14" fmla="*/ 0 h 2548760"/>
              <a:gd name="connsiteX2-15" fmla="*/ 2759710 w 2759710"/>
              <a:gd name="connsiteY2-16" fmla="*/ 11430 h 2548760"/>
              <a:gd name="connsiteX3-17" fmla="*/ 2759710 w 2759710"/>
              <a:gd name="connsiteY3-18" fmla="*/ 2548760 h 2548760"/>
              <a:gd name="connsiteX4-19" fmla="*/ 2411730 w 2759710"/>
              <a:gd name="connsiteY4-20" fmla="*/ 2540000 h 2548760"/>
              <a:gd name="connsiteX5-21" fmla="*/ 0 w 2759710"/>
              <a:gd name="connsiteY5-22" fmla="*/ 2548760 h 2548760"/>
              <a:gd name="connsiteX6" fmla="*/ 0 w 2759710"/>
              <a:gd name="connsiteY6" fmla="*/ 11430 h 2548760"/>
              <a:gd name="connsiteX0-23" fmla="*/ 2759710 w 2851150"/>
              <a:gd name="connsiteY0-24" fmla="*/ 2548760 h 2640200"/>
              <a:gd name="connsiteX1-25" fmla="*/ 2411730 w 2851150"/>
              <a:gd name="connsiteY1-26" fmla="*/ 2540000 h 2640200"/>
              <a:gd name="connsiteX2-27" fmla="*/ 0 w 2851150"/>
              <a:gd name="connsiteY2-28" fmla="*/ 2548760 h 2640200"/>
              <a:gd name="connsiteX3-29" fmla="*/ 0 w 2851150"/>
              <a:gd name="connsiteY3-30" fmla="*/ 11430 h 2640200"/>
              <a:gd name="connsiteX4-31" fmla="*/ 2360930 w 2851150"/>
              <a:gd name="connsiteY4-32" fmla="*/ 0 h 2640200"/>
              <a:gd name="connsiteX5-33" fmla="*/ 2759710 w 2851150"/>
              <a:gd name="connsiteY5-34" fmla="*/ 11430 h 2640200"/>
              <a:gd name="connsiteX6-35" fmla="*/ 2851150 w 2851150"/>
              <a:gd name="connsiteY6-36" fmla="*/ 2640200 h 2640200"/>
              <a:gd name="connsiteX0-37" fmla="*/ 2759710 w 2759710"/>
              <a:gd name="connsiteY0-38" fmla="*/ 2548760 h 2548760"/>
              <a:gd name="connsiteX1-39" fmla="*/ 2411730 w 2759710"/>
              <a:gd name="connsiteY1-40" fmla="*/ 2540000 h 2548760"/>
              <a:gd name="connsiteX2-41" fmla="*/ 0 w 2759710"/>
              <a:gd name="connsiteY2-42" fmla="*/ 2548760 h 2548760"/>
              <a:gd name="connsiteX3-43" fmla="*/ 0 w 2759710"/>
              <a:gd name="connsiteY3-44" fmla="*/ 11430 h 2548760"/>
              <a:gd name="connsiteX4-45" fmla="*/ 2360930 w 2759710"/>
              <a:gd name="connsiteY4-46" fmla="*/ 0 h 2548760"/>
              <a:gd name="connsiteX5-47" fmla="*/ 2759710 w 2759710"/>
              <a:gd name="connsiteY5-48" fmla="*/ 11430 h 2548760"/>
              <a:gd name="connsiteX0-49" fmla="*/ 2759710 w 2759710"/>
              <a:gd name="connsiteY0-50" fmla="*/ 2548760 h 2548760"/>
              <a:gd name="connsiteX1-51" fmla="*/ 2411730 w 2759710"/>
              <a:gd name="connsiteY1-52" fmla="*/ 2540000 h 2548760"/>
              <a:gd name="connsiteX2-53" fmla="*/ 0 w 2759710"/>
              <a:gd name="connsiteY2-54" fmla="*/ 2548760 h 2548760"/>
              <a:gd name="connsiteX3-55" fmla="*/ 0 w 2759710"/>
              <a:gd name="connsiteY3-56" fmla="*/ 11430 h 2548760"/>
              <a:gd name="connsiteX4-57" fmla="*/ 2360930 w 2759710"/>
              <a:gd name="connsiteY4-58" fmla="*/ 0 h 2548760"/>
              <a:gd name="connsiteX0-59" fmla="*/ 2411730 w 2411730"/>
              <a:gd name="connsiteY0-60" fmla="*/ 2540000 h 2548760"/>
              <a:gd name="connsiteX1-61" fmla="*/ 0 w 2411730"/>
              <a:gd name="connsiteY1-62" fmla="*/ 2548760 h 2548760"/>
              <a:gd name="connsiteX2-63" fmla="*/ 0 w 2411730"/>
              <a:gd name="connsiteY2-64" fmla="*/ 11430 h 2548760"/>
              <a:gd name="connsiteX3-65" fmla="*/ 2360930 w 2411730"/>
              <a:gd name="connsiteY3-66" fmla="*/ 0 h 2548760"/>
            </a:gdLst>
            <a:ahLst/>
            <a:cxnLst>
              <a:cxn ang="0">
                <a:pos x="connsiteX0-1" y="connsiteY0-2"/>
              </a:cxn>
              <a:cxn ang="0">
                <a:pos x="connsiteX1-3" y="connsiteY1-4"/>
              </a:cxn>
              <a:cxn ang="0">
                <a:pos x="connsiteX2-5" y="connsiteY2-6"/>
              </a:cxn>
              <a:cxn ang="0">
                <a:pos x="connsiteX3-7" y="connsiteY3-8"/>
              </a:cxn>
            </a:cxnLst>
            <a:rect l="l" t="t" r="r" b="b"/>
            <a:pathLst>
              <a:path w="2411730" h="2548760">
                <a:moveTo>
                  <a:pt x="2411730" y="2540000"/>
                </a:moveTo>
                <a:lnTo>
                  <a:pt x="0" y="2548760"/>
                </a:lnTo>
                <a:lnTo>
                  <a:pt x="0" y="11430"/>
                </a:lnTo>
                <a:lnTo>
                  <a:pt x="2360930" y="0"/>
                </a:lnTo>
              </a:path>
            </a:pathLst>
          </a:custGeom>
          <a:noFill/>
          <a:ln w="254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9" name="标题 1"/>
          <p:cNvSpPr>
            <a:spLocks noGrp="1"/>
          </p:cNvSpPr>
          <p:nvPr>
            <p:ph type="ctrTitle" hasCustomPrompt="1"/>
            <p:custDataLst>
              <p:tags r:id="rId7"/>
            </p:custDataLst>
          </p:nvPr>
        </p:nvSpPr>
        <p:spPr>
          <a:xfrm>
            <a:off x="4458970" y="1955800"/>
            <a:ext cx="5099957" cy="1755197"/>
          </a:xfrm>
        </p:spPr>
        <p:txBody>
          <a:bodyPr wrap="square" anchor="b">
            <a:normAutofit/>
          </a:bodyPr>
          <a:lstStyle>
            <a:lvl1pPr algn="r">
              <a:lnSpc>
                <a:spcPct val="100000"/>
              </a:lnSpc>
              <a:defRPr sz="6000">
                <a:solidFill>
                  <a:schemeClr val="tx1">
                    <a:alpha val="90000"/>
                  </a:schemeClr>
                </a:solidFill>
              </a:defRPr>
            </a:lvl1pPr>
          </a:lstStyle>
          <a:p>
            <a:r>
              <a:rPr lang="zh-CN" altLang="en-US" dirty="0"/>
              <a:t>编辑标题</a:t>
            </a:r>
            <a:endParaRPr lang="zh-CN" altLang="en-US" dirty="0"/>
          </a:p>
        </p:txBody>
      </p:sp>
      <p:sp>
        <p:nvSpPr>
          <p:cNvPr id="70" name="副标题 2"/>
          <p:cNvSpPr>
            <a:spLocks noGrp="1"/>
          </p:cNvSpPr>
          <p:nvPr>
            <p:ph type="subTitle" idx="1" hasCustomPrompt="1"/>
            <p:custDataLst>
              <p:tags r:id="rId8"/>
            </p:custDataLst>
          </p:nvPr>
        </p:nvSpPr>
        <p:spPr>
          <a:xfrm>
            <a:off x="4463490" y="3830821"/>
            <a:ext cx="5099958" cy="768644"/>
          </a:xfrm>
        </p:spPr>
        <p:txBody>
          <a:bodyPr wrap="square">
            <a:normAutofit/>
          </a:bodyPr>
          <a:lstStyle>
            <a:lvl1pPr marL="0" indent="0" algn="r">
              <a:lnSpc>
                <a:spcPct val="100000"/>
              </a:lnSpc>
              <a:buNone/>
              <a:defRPr sz="3600" b="1">
                <a:solidFill>
                  <a:schemeClr val="tx1">
                    <a:alpha val="90000"/>
                  </a:schemeClr>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dirty="0"/>
              <a:t>单击此处编辑副标题</a:t>
            </a:r>
            <a:endParaRPr lang="zh-CN" altLang="en-US" dirty="0"/>
          </a:p>
        </p:txBody>
      </p:sp>
      <p:sp>
        <p:nvSpPr>
          <p:cNvPr id="71" name="署名占位符 10"/>
          <p:cNvSpPr>
            <a:spLocks noGrp="1"/>
          </p:cNvSpPr>
          <p:nvPr>
            <p:ph type="body" sz="quarter" idx="17" hasCustomPrompt="1"/>
            <p:custDataLst>
              <p:tags r:id="rId9"/>
            </p:custDataLst>
          </p:nvPr>
        </p:nvSpPr>
        <p:spPr>
          <a:xfrm>
            <a:off x="6678927" y="4631771"/>
            <a:ext cx="2880000" cy="504000"/>
          </a:xfrm>
        </p:spPr>
        <p:txBody>
          <a:bodyPr wrap="square" anchor="t">
            <a:normAutofit/>
          </a:bodyPr>
          <a:lstStyle>
            <a:lvl1pPr marL="0" indent="0" algn="r">
              <a:lnSpc>
                <a:spcPct val="100000"/>
              </a:lnSpc>
              <a:buNone/>
              <a:defRPr sz="2000">
                <a:solidFill>
                  <a:schemeClr val="tx1">
                    <a:alpha val="90000"/>
                  </a:schemeClr>
                </a:solidFill>
              </a:defRPr>
            </a:lvl1pPr>
          </a:lstStyle>
          <a:p>
            <a:pPr lvl="0"/>
            <a:r>
              <a:rPr lang="zh-CN" altLang="en-US" dirty="0"/>
              <a:t>署名</a:t>
            </a:r>
            <a:endParaRPr lang="zh-CN" altLang="en-US" dirty="0"/>
          </a:p>
        </p:txBody>
      </p:sp>
      <p:cxnSp>
        <p:nvCxnSpPr>
          <p:cNvPr id="7" name="直接连接符 6"/>
          <p:cNvCxnSpPr/>
          <p:nvPr userDrawn="1">
            <p:custDataLst>
              <p:tags r:id="rId10"/>
            </p:custDataLst>
          </p:nvPr>
        </p:nvCxnSpPr>
        <p:spPr>
          <a:xfrm flipH="1">
            <a:off x="3131185" y="1073150"/>
            <a:ext cx="1144270" cy="1975485"/>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8" name="直接连接符 7"/>
          <p:cNvCxnSpPr/>
          <p:nvPr userDrawn="1">
            <p:custDataLst>
              <p:tags r:id="rId11"/>
            </p:custDataLst>
          </p:nvPr>
        </p:nvCxnSpPr>
        <p:spPr>
          <a:xfrm flipH="1">
            <a:off x="4034155" y="854710"/>
            <a:ext cx="991235" cy="1711325"/>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9" name="直接连接符 8"/>
          <p:cNvCxnSpPr/>
          <p:nvPr userDrawn="1">
            <p:custDataLst>
              <p:tags r:id="rId12"/>
            </p:custDataLst>
          </p:nvPr>
        </p:nvCxnSpPr>
        <p:spPr>
          <a:xfrm flipH="1">
            <a:off x="3693795" y="3106420"/>
            <a:ext cx="951865" cy="164338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2" Type="http://schemas.openxmlformats.org/officeDocument/2006/relationships/theme" Target="../theme/theme1.xml"/><Relationship Id="rId21" Type="http://schemas.openxmlformats.org/officeDocument/2006/relationships/tags" Target="../tags/tag94.xml"/><Relationship Id="rId20" Type="http://schemas.openxmlformats.org/officeDocument/2006/relationships/tags" Target="../tags/tag93.xml"/><Relationship Id="rId2" Type="http://schemas.openxmlformats.org/officeDocument/2006/relationships/slideLayout" Target="../slideLayouts/slideLayout2.xml"/><Relationship Id="rId19" Type="http://schemas.openxmlformats.org/officeDocument/2006/relationships/tags" Target="../tags/tag92.xml"/><Relationship Id="rId18" Type="http://schemas.openxmlformats.org/officeDocument/2006/relationships/tags" Target="../tags/tag91.xml"/><Relationship Id="rId17" Type="http://schemas.openxmlformats.org/officeDocument/2006/relationships/tags" Target="../tags/tag90.xml"/><Relationship Id="rId16" Type="http://schemas.openxmlformats.org/officeDocument/2006/relationships/tags" Target="../tags/tag89.xml"/><Relationship Id="rId15" Type="http://schemas.openxmlformats.org/officeDocument/2006/relationships/tags" Target="../tags/tag88.xml"/><Relationship Id="rId14" Type="http://schemas.openxmlformats.org/officeDocument/2006/relationships/tags" Target="../tags/tag87.xml"/><Relationship Id="rId13" Type="http://schemas.openxmlformats.org/officeDocument/2006/relationships/tags" Target="../tags/tag86.xml"/><Relationship Id="rId12" Type="http://schemas.openxmlformats.org/officeDocument/2006/relationships/tags" Target="../tags/tag85.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2"/>
      </p:bgRef>
    </p:bg>
    <p:spTree>
      <p:nvGrpSpPr>
        <p:cNvPr id="1" name=""/>
        <p:cNvGrpSpPr/>
        <p:nvPr/>
      </p:nvGrpSpPr>
      <p:grpSpPr>
        <a:xfrm>
          <a:off x="0" y="0"/>
          <a:ext cx="0" cy="0"/>
          <a:chOff x="0" y="0"/>
          <a:chExt cx="0" cy="0"/>
        </a:xfrm>
      </p:grpSpPr>
      <p:cxnSp>
        <p:nvCxnSpPr>
          <p:cNvPr id="18" name="直接连接符 17"/>
          <p:cNvCxnSpPr/>
          <p:nvPr userDrawn="1">
            <p:custDataLst>
              <p:tags r:id="rId12"/>
            </p:custDataLst>
          </p:nvPr>
        </p:nvCxnSpPr>
        <p:spPr>
          <a:xfrm>
            <a:off x="10340340" y="6542314"/>
            <a:ext cx="1432560"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sp useBgFill="1">
        <p:nvSpPr>
          <p:cNvPr id="16" name="矩形 15"/>
          <p:cNvSpPr/>
          <p:nvPr userDrawn="1">
            <p:custDataLst>
              <p:tags r:id="rId13"/>
            </p:custDataLst>
          </p:nvPr>
        </p:nvSpPr>
        <p:spPr>
          <a:xfrm>
            <a:off x="10723418" y="5969000"/>
            <a:ext cx="538942" cy="889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标题占位符 1"/>
          <p:cNvSpPr>
            <a:spLocks noGrp="1"/>
          </p:cNvSpPr>
          <p:nvPr>
            <p:ph type="title"/>
            <p:custDataLst>
              <p:tags r:id="rId14"/>
            </p:custDataLst>
          </p:nvPr>
        </p:nvSpPr>
        <p:spPr>
          <a:xfrm>
            <a:off x="695960" y="360000"/>
            <a:ext cx="10800000" cy="720000"/>
          </a:xfrm>
          <a:prstGeom prst="rect">
            <a:avLst/>
          </a:prstGeom>
        </p:spPr>
        <p:txBody>
          <a:bodyPr vert="horz" wrap="square" lIns="0" tIns="0" rIns="0" bIns="0" rtlCol="0" anchor="b">
            <a:normAutofit/>
          </a:bodyPr>
          <a:lstStyle/>
          <a:p>
            <a:r>
              <a:rPr lang="zh-CN" altLang="en-US" dirty="0"/>
              <a:t>单击此处编辑母版标题样式</a:t>
            </a:r>
            <a:endParaRPr lang="zh-CN" altLang="en-US" dirty="0"/>
          </a:p>
        </p:txBody>
      </p:sp>
      <p:sp>
        <p:nvSpPr>
          <p:cNvPr id="3" name="文本占位符 2"/>
          <p:cNvSpPr>
            <a:spLocks noGrp="1"/>
          </p:cNvSpPr>
          <p:nvPr>
            <p:ph type="body" idx="1"/>
            <p:custDataLst>
              <p:tags r:id="rId15"/>
            </p:custDataLst>
          </p:nvPr>
        </p:nvSpPr>
        <p:spPr>
          <a:xfrm>
            <a:off x="695960" y="1301749"/>
            <a:ext cx="10800000" cy="4873625"/>
          </a:xfrm>
          <a:prstGeom prst="rect">
            <a:avLst/>
          </a:prstGeom>
        </p:spPr>
        <p:txBody>
          <a:bodyPr vert="horz" wrap="square" lIns="0" tIns="0" rIns="0" bIns="0" rtlCol="0">
            <a:normAutofit/>
          </a:body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sym typeface="+mn-ea"/>
              </a:rPr>
              <a:t>第</a:t>
            </a:r>
            <a:r>
              <a:rPr lang="zh-CN" altLang="en-US" dirty="0"/>
              <a:t>三级</a:t>
            </a:r>
            <a:endParaRPr lang="zh-CN" altLang="en-US" dirty="0"/>
          </a:p>
          <a:p>
            <a:pPr lvl="3"/>
            <a:r>
              <a:rPr lang="zh-CN" altLang="en-US" dirty="0">
                <a:sym typeface="+mn-ea"/>
              </a:rPr>
              <a:t>第</a:t>
            </a:r>
            <a:r>
              <a:rPr lang="zh-CN" altLang="en-US" dirty="0"/>
              <a:t>四级</a:t>
            </a:r>
            <a:endParaRPr lang="zh-CN" altLang="en-US" dirty="0"/>
          </a:p>
          <a:p>
            <a:pPr lvl="4"/>
            <a:r>
              <a:rPr lang="zh-CN" altLang="en-US" dirty="0">
                <a:sym typeface="+mn-ea"/>
              </a:rPr>
              <a:t>第</a:t>
            </a:r>
            <a:r>
              <a:rPr lang="zh-CN" altLang="en-US" dirty="0"/>
              <a:t>五级</a:t>
            </a:r>
            <a:endParaRPr lang="zh-CN" altLang="en-US" dirty="0"/>
          </a:p>
        </p:txBody>
      </p:sp>
      <p:sp>
        <p:nvSpPr>
          <p:cNvPr id="4" name="日期占位符 3"/>
          <p:cNvSpPr>
            <a:spLocks noGrp="1"/>
          </p:cNvSpPr>
          <p:nvPr>
            <p:ph type="dt" sz="half" idx="2"/>
            <p:custDataLst>
              <p:tags r:id="rId16"/>
            </p:custDataLst>
          </p:nvPr>
        </p:nvSpPr>
        <p:spPr>
          <a:xfrm>
            <a:off x="695960" y="6356350"/>
            <a:ext cx="2743200" cy="365125"/>
          </a:xfrm>
          <a:prstGeom prst="rect">
            <a:avLst/>
          </a:prstGeom>
        </p:spPr>
        <p:txBody>
          <a:bodyPr vert="horz" wrap="square" lIns="91440" tIns="45720" rIns="91440" bIns="45720" rtlCol="0" anchor="ctr">
            <a:normAutofit/>
          </a:bodyPr>
          <a:lstStyle>
            <a:lvl1pPr algn="l">
              <a:defRPr sz="1200">
                <a:solidFill>
                  <a:schemeClr val="tx1">
                    <a:tint val="75000"/>
                  </a:schemeClr>
                </a:solidFill>
              </a:defRPr>
            </a:lvl1pPr>
          </a:lstStyle>
          <a:p>
            <a:fld id="{5592522B-0F24-4480-B9DD-A9474A6880D6}" type="datetimeFigureOut">
              <a:rPr lang="zh-CN" altLang="en-US" smtClean="0"/>
            </a:fld>
            <a:endParaRPr lang="zh-CN" altLang="en-US"/>
          </a:p>
        </p:txBody>
      </p:sp>
      <p:sp>
        <p:nvSpPr>
          <p:cNvPr id="5" name="页脚占位符 4"/>
          <p:cNvSpPr>
            <a:spLocks noGrp="1"/>
          </p:cNvSpPr>
          <p:nvPr>
            <p:ph type="ftr" sz="quarter" idx="3"/>
            <p:custDataLst>
              <p:tags r:id="rId17"/>
            </p:custDataLst>
          </p:nvPr>
        </p:nvSpPr>
        <p:spPr>
          <a:xfrm>
            <a:off x="4038600" y="6356350"/>
            <a:ext cx="4114800" cy="365125"/>
          </a:xfrm>
          <a:prstGeom prst="rect">
            <a:avLst/>
          </a:prstGeom>
        </p:spPr>
        <p:txBody>
          <a:bodyPr vert="horz" lIns="91440" tIns="45720" rIns="91440" bIns="45720" rtlCol="0" anchor="ctr">
            <a:normAutofit/>
          </a:bodyPr>
          <a:lstStyle>
            <a:lvl1pPr algn="ctr">
              <a:defRPr sz="1200">
                <a:solidFill>
                  <a:schemeClr val="tx1">
                    <a:tint val="75000"/>
                  </a:schemeClr>
                </a:solidFill>
              </a:defRPr>
            </a:lvl1pPr>
          </a:lstStyle>
          <a:p>
            <a:endParaRPr lang="zh-CN" altLang="en-US" dirty="0"/>
          </a:p>
        </p:txBody>
      </p:sp>
      <p:cxnSp>
        <p:nvCxnSpPr>
          <p:cNvPr id="13" name="直接连接符 12"/>
          <p:cNvCxnSpPr/>
          <p:nvPr userDrawn="1">
            <p:custDataLst>
              <p:tags r:id="rId18"/>
            </p:custDataLst>
          </p:nvPr>
        </p:nvCxnSpPr>
        <p:spPr>
          <a:xfrm flipH="1">
            <a:off x="10823575" y="6318885"/>
            <a:ext cx="200025" cy="344805"/>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4" name="直接连接符 13"/>
          <p:cNvCxnSpPr/>
          <p:nvPr userDrawn="1">
            <p:custDataLst>
              <p:tags r:id="rId19"/>
            </p:custDataLst>
          </p:nvPr>
        </p:nvCxnSpPr>
        <p:spPr>
          <a:xfrm flipH="1">
            <a:off x="11010900" y="6231890"/>
            <a:ext cx="252095" cy="434975"/>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1" name="直接连接符 20"/>
          <p:cNvCxnSpPr/>
          <p:nvPr userDrawn="1">
            <p:custDataLst>
              <p:tags r:id="rId20"/>
            </p:custDataLst>
          </p:nvPr>
        </p:nvCxnSpPr>
        <p:spPr>
          <a:xfrm flipV="1">
            <a:off x="11772900" y="5829300"/>
            <a:ext cx="0" cy="71120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sp>
        <p:nvSpPr>
          <p:cNvPr id="7" name="KSO_TEMPLATE" hidden="1"/>
          <p:cNvSpPr/>
          <p:nvPr userDrawn="1">
            <p:custDataLst>
              <p:tags r:id="rId21"/>
            </p:custDataLst>
          </p:nvPr>
        </p:nvSpPr>
        <p:spPr>
          <a:xfrm>
            <a:off x="0" y="0"/>
            <a:ext cx="0" cy="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100000"/>
        </a:lnSpc>
        <a:spcBef>
          <a:spcPct val="0"/>
        </a:spcBef>
        <a:buNone/>
        <a:defRPr sz="3200" b="1" kern="1200">
          <a:solidFill>
            <a:schemeClr val="tx1"/>
          </a:solidFill>
          <a:latin typeface="+mj-lt"/>
          <a:ea typeface="+mj-ea"/>
          <a:cs typeface="+mj-cs"/>
        </a:defRPr>
      </a:lvl1pPr>
    </p:titleStyle>
    <p:bodyStyle>
      <a:lvl1pPr marL="228600" indent="-228600" algn="l" defTabSz="914400" rtl="0" eaLnBrk="1" latinLnBrk="0" hangingPunct="1">
        <a:lnSpc>
          <a:spcPct val="130000"/>
        </a:lnSpc>
        <a:spcBef>
          <a:spcPts val="1000"/>
        </a:spcBef>
        <a:buFont typeface="Arial" panose="020B0604020202020204" pitchFamily="34" charset="0"/>
        <a:buChar char="•"/>
        <a:defRPr sz="2400" kern="1200">
          <a:solidFill>
            <a:schemeClr val="tx1"/>
          </a:solidFill>
          <a:latin typeface="+mn-lt"/>
          <a:ea typeface="+mn-ea"/>
          <a:cs typeface="+mn-cs"/>
        </a:defRPr>
      </a:lvl1pPr>
      <a:lvl2pPr marL="538480" indent="-206375" algn="l" defTabSz="914400" rtl="0" eaLnBrk="1" latinLnBrk="0" hangingPunct="1">
        <a:lnSpc>
          <a:spcPct val="130000"/>
        </a:lnSpc>
        <a:spcBef>
          <a:spcPts val="0"/>
        </a:spcBef>
        <a:buFont typeface="Arial" panose="020B0604020202020204" pitchFamily="34" charset="0"/>
        <a:buChar char="•"/>
        <a:defRPr sz="2000" kern="1200">
          <a:solidFill>
            <a:schemeClr val="tx1">
              <a:lumMod val="65000"/>
              <a:lumOff val="35000"/>
            </a:schemeClr>
          </a:solidFill>
          <a:latin typeface="+mn-lt"/>
          <a:ea typeface="+mn-ea"/>
          <a:cs typeface="+mn-cs"/>
        </a:defRPr>
      </a:lvl2pPr>
      <a:lvl3pPr marL="798830" indent="-161925" algn="l" defTabSz="914400" rtl="0" eaLnBrk="1" latinLnBrk="0" hangingPunct="1">
        <a:lnSpc>
          <a:spcPct val="130000"/>
        </a:lnSpc>
        <a:spcBef>
          <a:spcPts val="0"/>
        </a:spcBef>
        <a:buFont typeface="Arial" panose="020B0604020202020204" pitchFamily="34" charset="0"/>
        <a:buChar char="•"/>
        <a:defRPr sz="1800" kern="1200">
          <a:solidFill>
            <a:schemeClr val="tx1">
              <a:lumMod val="65000"/>
              <a:lumOff val="35000"/>
            </a:schemeClr>
          </a:solidFill>
          <a:latin typeface="+mn-lt"/>
          <a:ea typeface="+mn-ea"/>
          <a:cs typeface="+mn-cs"/>
        </a:defRPr>
      </a:lvl3pPr>
      <a:lvl4pPr marL="1030605" indent="-149225" algn="l" defTabSz="914400" rtl="0" eaLnBrk="1" latinLnBrk="0" hangingPunct="1">
        <a:lnSpc>
          <a:spcPct val="130000"/>
        </a:lnSpc>
        <a:spcBef>
          <a:spcPts val="0"/>
        </a:spcBef>
        <a:buFont typeface="Arial" panose="020B0604020202020204" pitchFamily="34" charset="0"/>
        <a:buChar char="•"/>
        <a:defRPr sz="1600" kern="1200">
          <a:solidFill>
            <a:schemeClr val="tx1">
              <a:lumMod val="65000"/>
              <a:lumOff val="35000"/>
            </a:schemeClr>
          </a:solidFill>
          <a:latin typeface="+mn-lt"/>
          <a:ea typeface="+mn-ea"/>
          <a:cs typeface="+mn-cs"/>
        </a:defRPr>
      </a:lvl4pPr>
      <a:lvl5pPr marL="1235075" indent="-127000" algn="l" defTabSz="914400" rtl="0" eaLnBrk="1" latinLnBrk="0" hangingPunct="1">
        <a:lnSpc>
          <a:spcPct val="130000"/>
        </a:lnSpc>
        <a:spcBef>
          <a:spcPts val="0"/>
        </a:spcBef>
        <a:buFont typeface="Arial" panose="020B0604020202020204" pitchFamily="34" charset="0"/>
        <a:buChar char="•"/>
        <a:defRPr sz="1400" kern="1200">
          <a:solidFill>
            <a:schemeClr val="tx1">
              <a:lumMod val="65000"/>
              <a:lumOff val="35000"/>
            </a:schemeClr>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5" Type="http://schemas.openxmlformats.org/officeDocument/2006/relationships/slideLayout" Target="../slideLayouts/slideLayout1.xml"/><Relationship Id="rId4" Type="http://schemas.openxmlformats.org/officeDocument/2006/relationships/tags" Target="../tags/tag98.xml"/><Relationship Id="rId3" Type="http://schemas.openxmlformats.org/officeDocument/2006/relationships/tags" Target="../tags/tag97.xml"/><Relationship Id="rId2" Type="http://schemas.openxmlformats.org/officeDocument/2006/relationships/tags" Target="../tags/tag96.xml"/><Relationship Id="rId1" Type="http://schemas.openxmlformats.org/officeDocument/2006/relationships/tags" Target="../tags/tag95.xml"/></Relationships>
</file>

<file path=ppt/slides/_rels/slide2.xml.rels><?xml version="1.0" encoding="UTF-8" standalone="yes"?>
<Relationships xmlns="http://schemas.openxmlformats.org/package/2006/relationships"><Relationship Id="rId9" Type="http://schemas.openxmlformats.org/officeDocument/2006/relationships/tags" Target="../tags/tag107.xml"/><Relationship Id="rId8" Type="http://schemas.openxmlformats.org/officeDocument/2006/relationships/tags" Target="../tags/tag106.xml"/><Relationship Id="rId7" Type="http://schemas.openxmlformats.org/officeDocument/2006/relationships/tags" Target="../tags/tag105.xml"/><Relationship Id="rId6" Type="http://schemas.openxmlformats.org/officeDocument/2006/relationships/tags" Target="../tags/tag104.xml"/><Relationship Id="rId5" Type="http://schemas.openxmlformats.org/officeDocument/2006/relationships/tags" Target="../tags/tag103.xml"/><Relationship Id="rId4" Type="http://schemas.openxmlformats.org/officeDocument/2006/relationships/tags" Target="../tags/tag102.xml"/><Relationship Id="rId3" Type="http://schemas.openxmlformats.org/officeDocument/2006/relationships/tags" Target="../tags/tag101.xml"/><Relationship Id="rId2" Type="http://schemas.openxmlformats.org/officeDocument/2006/relationships/tags" Target="../tags/tag100.xml"/><Relationship Id="rId12" Type="http://schemas.openxmlformats.org/officeDocument/2006/relationships/slideLayout" Target="../slideLayouts/slideLayout3.xml"/><Relationship Id="rId11" Type="http://schemas.openxmlformats.org/officeDocument/2006/relationships/tags" Target="../tags/tag109.xml"/><Relationship Id="rId10" Type="http://schemas.openxmlformats.org/officeDocument/2006/relationships/tags" Target="../tags/tag108.xml"/><Relationship Id="rId1" Type="http://schemas.openxmlformats.org/officeDocument/2006/relationships/tags" Target="../tags/tag99.xml"/></Relationships>
</file>

<file path=ppt/slides/_rels/slide3.xml.rels><?xml version="1.0" encoding="UTF-8" standalone="yes"?>
<Relationships xmlns="http://schemas.openxmlformats.org/package/2006/relationships"><Relationship Id="rId5" Type="http://schemas.openxmlformats.org/officeDocument/2006/relationships/slideLayout" Target="../slideLayouts/slideLayout4.xml"/><Relationship Id="rId4" Type="http://schemas.openxmlformats.org/officeDocument/2006/relationships/tags" Target="../tags/tag113.xml"/><Relationship Id="rId3" Type="http://schemas.openxmlformats.org/officeDocument/2006/relationships/tags" Target="../tags/tag112.xml"/><Relationship Id="rId2" Type="http://schemas.openxmlformats.org/officeDocument/2006/relationships/tags" Target="../tags/tag111.xml"/><Relationship Id="rId1" Type="http://schemas.openxmlformats.org/officeDocument/2006/relationships/tags" Target="../tags/tag110.xml"/></Relationships>
</file>

<file path=ppt/slides/_rels/slide4.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tags" Target="../tags/tag116.xml"/><Relationship Id="rId2" Type="http://schemas.openxmlformats.org/officeDocument/2006/relationships/tags" Target="../tags/tag115.xml"/><Relationship Id="rId1" Type="http://schemas.openxmlformats.org/officeDocument/2006/relationships/tags" Target="../tags/tag114.xml"/></Relationships>
</file>

<file path=ppt/slides/_rels/slide5.xml.rels><?xml version="1.0" encoding="UTF-8" standalone="yes"?>
<Relationships xmlns="http://schemas.openxmlformats.org/package/2006/relationships"><Relationship Id="rId5" Type="http://schemas.openxmlformats.org/officeDocument/2006/relationships/slideLayout" Target="../slideLayouts/slideLayout4.xml"/><Relationship Id="rId4" Type="http://schemas.openxmlformats.org/officeDocument/2006/relationships/tags" Target="../tags/tag120.xml"/><Relationship Id="rId3" Type="http://schemas.openxmlformats.org/officeDocument/2006/relationships/tags" Target="../tags/tag119.xml"/><Relationship Id="rId2" Type="http://schemas.openxmlformats.org/officeDocument/2006/relationships/tags" Target="../tags/tag118.xml"/><Relationship Id="rId1" Type="http://schemas.openxmlformats.org/officeDocument/2006/relationships/tags" Target="../tags/tag117.xml"/></Relationships>
</file>

<file path=ppt/slides/_rels/slide6.xml.rels><?xml version="1.0" encoding="UTF-8" standalone="yes"?>
<Relationships xmlns="http://schemas.openxmlformats.org/package/2006/relationships"><Relationship Id="rId9" Type="http://schemas.openxmlformats.org/officeDocument/2006/relationships/tags" Target="../tags/tag129.xml"/><Relationship Id="rId8" Type="http://schemas.openxmlformats.org/officeDocument/2006/relationships/tags" Target="../tags/tag128.xml"/><Relationship Id="rId7" Type="http://schemas.openxmlformats.org/officeDocument/2006/relationships/tags" Target="../tags/tag127.xml"/><Relationship Id="rId6" Type="http://schemas.openxmlformats.org/officeDocument/2006/relationships/tags" Target="../tags/tag126.xml"/><Relationship Id="rId5" Type="http://schemas.openxmlformats.org/officeDocument/2006/relationships/tags" Target="../tags/tag125.xml"/><Relationship Id="rId4" Type="http://schemas.openxmlformats.org/officeDocument/2006/relationships/tags" Target="../tags/tag124.xml"/><Relationship Id="rId33" Type="http://schemas.openxmlformats.org/officeDocument/2006/relationships/notesSlide" Target="../notesSlides/notesSlide1.xml"/><Relationship Id="rId32" Type="http://schemas.openxmlformats.org/officeDocument/2006/relationships/slideLayout" Target="../slideLayouts/slideLayout7.xml"/><Relationship Id="rId31" Type="http://schemas.openxmlformats.org/officeDocument/2006/relationships/tags" Target="../tags/tag141.xml"/><Relationship Id="rId30" Type="http://schemas.openxmlformats.org/officeDocument/2006/relationships/tags" Target="../tags/tag140.xml"/><Relationship Id="rId3" Type="http://schemas.openxmlformats.org/officeDocument/2006/relationships/tags" Target="../tags/tag123.xml"/><Relationship Id="rId29" Type="http://schemas.openxmlformats.org/officeDocument/2006/relationships/tags" Target="../tags/tag139.xml"/><Relationship Id="rId28" Type="http://schemas.openxmlformats.org/officeDocument/2006/relationships/tags" Target="../tags/tag138.xml"/><Relationship Id="rId27" Type="http://schemas.openxmlformats.org/officeDocument/2006/relationships/tags" Target="../tags/tag137.xml"/><Relationship Id="rId26" Type="http://schemas.openxmlformats.org/officeDocument/2006/relationships/tags" Target="../tags/tag136.xml"/><Relationship Id="rId25" Type="http://schemas.openxmlformats.org/officeDocument/2006/relationships/image" Target="../media/image10.svg"/><Relationship Id="rId24" Type="http://schemas.openxmlformats.org/officeDocument/2006/relationships/image" Target="../media/image9.png"/><Relationship Id="rId23" Type="http://schemas.openxmlformats.org/officeDocument/2006/relationships/tags" Target="../tags/tag135.xml"/><Relationship Id="rId22" Type="http://schemas.openxmlformats.org/officeDocument/2006/relationships/image" Target="../media/image8.svg"/><Relationship Id="rId21" Type="http://schemas.openxmlformats.org/officeDocument/2006/relationships/image" Target="../media/image7.png"/><Relationship Id="rId20" Type="http://schemas.openxmlformats.org/officeDocument/2006/relationships/tags" Target="../tags/tag134.xml"/><Relationship Id="rId2" Type="http://schemas.openxmlformats.org/officeDocument/2006/relationships/tags" Target="../tags/tag122.xml"/><Relationship Id="rId19" Type="http://schemas.openxmlformats.org/officeDocument/2006/relationships/image" Target="../media/image6.svg"/><Relationship Id="rId18" Type="http://schemas.openxmlformats.org/officeDocument/2006/relationships/image" Target="../media/image5.png"/><Relationship Id="rId17" Type="http://schemas.openxmlformats.org/officeDocument/2006/relationships/tags" Target="../tags/tag133.xml"/><Relationship Id="rId16" Type="http://schemas.openxmlformats.org/officeDocument/2006/relationships/image" Target="../media/image4.svg"/><Relationship Id="rId15" Type="http://schemas.openxmlformats.org/officeDocument/2006/relationships/image" Target="../media/image3.png"/><Relationship Id="rId14" Type="http://schemas.openxmlformats.org/officeDocument/2006/relationships/tags" Target="../tags/tag132.xml"/><Relationship Id="rId13" Type="http://schemas.openxmlformats.org/officeDocument/2006/relationships/tags" Target="../tags/tag131.xml"/><Relationship Id="rId12" Type="http://schemas.openxmlformats.org/officeDocument/2006/relationships/image" Target="../media/image2.svg"/><Relationship Id="rId11" Type="http://schemas.openxmlformats.org/officeDocument/2006/relationships/image" Target="../media/image1.png"/><Relationship Id="rId10" Type="http://schemas.openxmlformats.org/officeDocument/2006/relationships/tags" Target="../tags/tag130.xml"/><Relationship Id="rId1" Type="http://schemas.openxmlformats.org/officeDocument/2006/relationships/tags" Target="../tags/tag121.xml"/></Relationships>
</file>

<file path=ppt/slides/_rels/slide7.xml.rels><?xml version="1.0" encoding="UTF-8" standalone="yes"?>
<Relationships xmlns="http://schemas.openxmlformats.org/package/2006/relationships"><Relationship Id="rId9" Type="http://schemas.openxmlformats.org/officeDocument/2006/relationships/slideLayout" Target="../slideLayouts/slideLayout7.xml"/><Relationship Id="rId8" Type="http://schemas.openxmlformats.org/officeDocument/2006/relationships/tags" Target="../tags/tag149.xml"/><Relationship Id="rId7" Type="http://schemas.openxmlformats.org/officeDocument/2006/relationships/tags" Target="../tags/tag148.xml"/><Relationship Id="rId6" Type="http://schemas.openxmlformats.org/officeDocument/2006/relationships/tags" Target="../tags/tag147.xml"/><Relationship Id="rId5" Type="http://schemas.openxmlformats.org/officeDocument/2006/relationships/tags" Target="../tags/tag146.xml"/><Relationship Id="rId4" Type="http://schemas.openxmlformats.org/officeDocument/2006/relationships/tags" Target="../tags/tag145.xml"/><Relationship Id="rId3" Type="http://schemas.openxmlformats.org/officeDocument/2006/relationships/tags" Target="../tags/tag144.xml"/><Relationship Id="rId2" Type="http://schemas.openxmlformats.org/officeDocument/2006/relationships/tags" Target="../tags/tag143.xml"/><Relationship Id="rId10" Type="http://schemas.openxmlformats.org/officeDocument/2006/relationships/notesSlide" Target="../notesSlides/notesSlide2.xml"/><Relationship Id="rId1" Type="http://schemas.openxmlformats.org/officeDocument/2006/relationships/tags" Target="../tags/tag142.xml"/></Relationships>
</file>

<file path=ppt/slides/_rels/slide8.xml.rels><?xml version="1.0" encoding="UTF-8" standalone="yes"?>
<Relationships xmlns="http://schemas.openxmlformats.org/package/2006/relationships"><Relationship Id="rId5" Type="http://schemas.openxmlformats.org/officeDocument/2006/relationships/slideLayout" Target="../slideLayouts/slideLayout4.xml"/><Relationship Id="rId4" Type="http://schemas.openxmlformats.org/officeDocument/2006/relationships/tags" Target="../tags/tag153.xml"/><Relationship Id="rId3" Type="http://schemas.openxmlformats.org/officeDocument/2006/relationships/tags" Target="../tags/tag152.xml"/><Relationship Id="rId2" Type="http://schemas.openxmlformats.org/officeDocument/2006/relationships/tags" Target="../tags/tag151.xml"/><Relationship Id="rId1" Type="http://schemas.openxmlformats.org/officeDocument/2006/relationships/tags" Target="../tags/tag150.xml"/></Relationships>
</file>

<file path=ppt/slides/_rels/slide9.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tags" Target="../tags/tag156.xml"/><Relationship Id="rId2" Type="http://schemas.openxmlformats.org/officeDocument/2006/relationships/tags" Target="../tags/tag155.xml"/><Relationship Id="rId1" Type="http://schemas.openxmlformats.org/officeDocument/2006/relationships/tags" Target="../tags/tag154.xml"/></Relationships>
</file>

<file path=ppt/slides/_rels/slide10.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tags" Target="../tags/tag159.xml"/><Relationship Id="rId2" Type="http://schemas.openxmlformats.org/officeDocument/2006/relationships/tags" Target="../tags/tag158.xml"/><Relationship Id="rId1" Type="http://schemas.openxmlformats.org/officeDocument/2006/relationships/tags" Target="../tags/tag157.xml"/></Relationships>
</file>

<file path=ppt/slides/_rels/slide11.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tags" Target="../tags/tag162.xml"/><Relationship Id="rId2" Type="http://schemas.openxmlformats.org/officeDocument/2006/relationships/tags" Target="../tags/tag161.xml"/><Relationship Id="rId1" Type="http://schemas.openxmlformats.org/officeDocument/2006/relationships/tags" Target="../tags/tag160.xml"/></Relationships>
</file>

<file path=ppt/slides/_rels/slide12.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tags" Target="../tags/tag165.xml"/><Relationship Id="rId2" Type="http://schemas.openxmlformats.org/officeDocument/2006/relationships/tags" Target="../tags/tag164.xml"/><Relationship Id="rId1" Type="http://schemas.openxmlformats.org/officeDocument/2006/relationships/tags" Target="../tags/tag163.xml"/></Relationships>
</file>

<file path=ppt/slides/_rels/slide13.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166.xml"/></Relationships>
</file>

<file path=ppt/slides/_rels/slide14.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167.xml"/></Relationships>
</file>

<file path=ppt/slides/_rels/slide15.xml.rels><?xml version="1.0" encoding="UTF-8" standalone="yes"?>
<Relationships xmlns="http://schemas.openxmlformats.org/package/2006/relationships"><Relationship Id="rId5" Type="http://schemas.openxmlformats.org/officeDocument/2006/relationships/slideLayout" Target="../slideLayouts/slideLayout4.xml"/><Relationship Id="rId4" Type="http://schemas.openxmlformats.org/officeDocument/2006/relationships/tags" Target="../tags/tag171.xml"/><Relationship Id="rId3" Type="http://schemas.openxmlformats.org/officeDocument/2006/relationships/tags" Target="../tags/tag170.xml"/><Relationship Id="rId2" Type="http://schemas.openxmlformats.org/officeDocument/2006/relationships/tags" Target="../tags/tag169.xml"/><Relationship Id="rId1" Type="http://schemas.openxmlformats.org/officeDocument/2006/relationships/tags" Target="../tags/tag168.xml"/></Relationships>
</file>

<file path=ppt/slides/_rels/slide16.xml.rels><?xml version="1.0" encoding="UTF-8" standalone="yes"?>
<Relationships xmlns="http://schemas.openxmlformats.org/package/2006/relationships"><Relationship Id="rId4" Type="http://schemas.openxmlformats.org/officeDocument/2006/relationships/slideLayout" Target="../slideLayouts/slideLayout7.xml"/><Relationship Id="rId3" Type="http://schemas.openxmlformats.org/officeDocument/2006/relationships/tags" Target="../tags/tag173.xml"/><Relationship Id="rId2" Type="http://schemas.openxmlformats.org/officeDocument/2006/relationships/image" Target="../media/image11.png"/><Relationship Id="rId1" Type="http://schemas.openxmlformats.org/officeDocument/2006/relationships/tags" Target="../tags/tag172.xml"/></Relationships>
</file>

<file path=ppt/slides/_rels/slide17.xml.rels><?xml version="1.0" encoding="UTF-8" standalone="yes"?>
<Relationships xmlns="http://schemas.openxmlformats.org/package/2006/relationships"><Relationship Id="rId5" Type="http://schemas.openxmlformats.org/officeDocument/2006/relationships/slideLayout" Target="../slideLayouts/slideLayout7.xml"/><Relationship Id="rId4" Type="http://schemas.openxmlformats.org/officeDocument/2006/relationships/tags" Target="../tags/tag176.xml"/><Relationship Id="rId3" Type="http://schemas.openxmlformats.org/officeDocument/2006/relationships/tags" Target="../tags/tag175.xml"/><Relationship Id="rId2" Type="http://schemas.openxmlformats.org/officeDocument/2006/relationships/image" Target="../media/image12.png"/><Relationship Id="rId1" Type="http://schemas.openxmlformats.org/officeDocument/2006/relationships/tags" Target="../tags/tag174.xml"/></Relationships>
</file>

<file path=ppt/slides/_rels/slide18.xml.rels><?xml version="1.0" encoding="UTF-8" standalone="yes"?>
<Relationships xmlns="http://schemas.openxmlformats.org/package/2006/relationships"><Relationship Id="rId7" Type="http://schemas.openxmlformats.org/officeDocument/2006/relationships/slideLayout" Target="../slideLayouts/slideLayout7.xml"/><Relationship Id="rId6" Type="http://schemas.openxmlformats.org/officeDocument/2006/relationships/tags" Target="../tags/tag181.xml"/><Relationship Id="rId5" Type="http://schemas.openxmlformats.org/officeDocument/2006/relationships/tags" Target="../tags/tag180.xml"/><Relationship Id="rId4" Type="http://schemas.openxmlformats.org/officeDocument/2006/relationships/tags" Target="../tags/tag179.xml"/><Relationship Id="rId3" Type="http://schemas.openxmlformats.org/officeDocument/2006/relationships/tags" Target="../tags/tag178.xml"/><Relationship Id="rId2" Type="http://schemas.openxmlformats.org/officeDocument/2006/relationships/tags" Target="../tags/tag177.xml"/><Relationship Id="rId1" Type="http://schemas.openxmlformats.org/officeDocument/2006/relationships/image" Target="../media/image13.png"/></Relationships>
</file>

<file path=ppt/slides/_rels/slide19.xml.rels><?xml version="1.0" encoding="UTF-8" standalone="yes"?>
<Relationships xmlns="http://schemas.openxmlformats.org/package/2006/relationships"><Relationship Id="rId5" Type="http://schemas.openxmlformats.org/officeDocument/2006/relationships/slideLayout" Target="../slideLayouts/slideLayout11.xml"/><Relationship Id="rId4" Type="http://schemas.openxmlformats.org/officeDocument/2006/relationships/tags" Target="../tags/tag185.xml"/><Relationship Id="rId3" Type="http://schemas.openxmlformats.org/officeDocument/2006/relationships/tags" Target="../tags/tag184.xml"/><Relationship Id="rId2" Type="http://schemas.openxmlformats.org/officeDocument/2006/relationships/tags" Target="../tags/tag183.xml"/><Relationship Id="rId1" Type="http://schemas.openxmlformats.org/officeDocument/2006/relationships/tags" Target="../tags/tag18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p:cNvSpPr>
            <a:spLocks noGrp="1"/>
          </p:cNvSpPr>
          <p:nvPr>
            <p:ph type="ctrTitle"/>
            <p:custDataLst>
              <p:tags r:id="rId1"/>
            </p:custDataLst>
          </p:nvPr>
        </p:nvSpPr>
        <p:spPr/>
        <p:txBody>
          <a:bodyPr>
            <a:normAutofit fontScale="90000"/>
          </a:bodyPr>
          <a:lstStyle/>
          <a:p>
            <a:r>
              <a:rPr lang="zh-CN" altLang="en-US"/>
              <a:t>系统分析与设计第一次汇报</a:t>
            </a:r>
            <a:endParaRPr lang="zh-CN" altLang="en-US"/>
          </a:p>
        </p:txBody>
      </p:sp>
      <p:sp>
        <p:nvSpPr>
          <p:cNvPr id="5" name="副标题"/>
          <p:cNvSpPr>
            <a:spLocks noGrp="1"/>
          </p:cNvSpPr>
          <p:nvPr>
            <p:ph type="subTitle" idx="1"/>
            <p:custDataLst>
              <p:tags r:id="rId2"/>
            </p:custDataLst>
          </p:nvPr>
        </p:nvSpPr>
        <p:spPr/>
        <p:txBody>
          <a:bodyPr/>
          <a:lstStyle/>
          <a:p>
            <a:r>
              <a:rPr lang="zh-CN" altLang="en-US"/>
              <a:t>济宿小组</a:t>
            </a:r>
            <a:endParaRPr lang="zh-CN" altLang="en-US"/>
          </a:p>
        </p:txBody>
      </p:sp>
      <p:sp>
        <p:nvSpPr>
          <p:cNvPr id="10" name="署名"/>
          <p:cNvSpPr>
            <a:spLocks noGrp="1"/>
          </p:cNvSpPr>
          <p:nvPr>
            <p:ph type="body" sz="quarter" idx="17"/>
            <p:custDataLst>
              <p:tags r:id="rId3"/>
            </p:custDataLst>
          </p:nvPr>
        </p:nvSpPr>
        <p:spPr/>
        <p:txBody>
          <a:bodyPr/>
          <a:lstStyle/>
          <a:p>
            <a:r>
              <a:rPr lang="zh-CN" altLang="en-US"/>
              <a:t>汇报人：张立伟</a:t>
            </a:r>
            <a:endParaRPr lang="zh-CN" altLang="en-US"/>
          </a:p>
        </p:txBody>
      </p:sp>
    </p:spTree>
    <p:custDataLst>
      <p:tags r:id="rId4"/>
    </p:custData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p:cNvSpPr>
            <a:spLocks noGrp="1"/>
          </p:cNvSpPr>
          <p:nvPr>
            <p:ph type="title"/>
            <p:custDataLst>
              <p:tags r:id="rId1"/>
            </p:custDataLst>
          </p:nvPr>
        </p:nvSpPr>
        <p:spPr/>
        <p:txBody>
          <a:bodyPr/>
          <a:lstStyle/>
          <a:p>
            <a:r>
              <a:rPr lang="zh-CN" altLang="en-US"/>
              <a:t>目录</a:t>
            </a:r>
            <a:endParaRPr lang="zh-CN" altLang="en-US"/>
          </a:p>
        </p:txBody>
      </p:sp>
      <p:sp>
        <p:nvSpPr>
          <p:cNvPr id="6" name="序号"/>
          <p:cNvSpPr txBox="1"/>
          <p:nvPr>
            <p:custDataLst>
              <p:tags r:id="rId2"/>
            </p:custDataLst>
          </p:nvPr>
        </p:nvSpPr>
        <p:spPr>
          <a:xfrm>
            <a:off x="6299200" y="1296670"/>
            <a:ext cx="669290" cy="575945"/>
          </a:xfrm>
          <a:prstGeom prst="rect">
            <a:avLst/>
          </a:prstGeom>
          <a:noFill/>
          <a:ln w="28575">
            <a:solidFill>
              <a:schemeClr val="tx1"/>
            </a:solidFill>
          </a:ln>
        </p:spPr>
        <p:txBody>
          <a:bodyPr wrap="none" lIns="0" tIns="36195" rIns="0" bIns="0" rtlCol="0" anchor="ctr" anchorCtr="0">
            <a:noAutofit/>
          </a:bodyPr>
          <a:lstStyle/>
          <a:p>
            <a:pPr lvl="0" algn="ctr">
              <a:buClrTx/>
              <a:buSzTx/>
              <a:buFontTx/>
            </a:pPr>
            <a:r>
              <a:rPr lang="en-US" sz="2800" b="1" dirty="0">
                <a:latin typeface="+mn-ea"/>
                <a:sym typeface="+mn-ea"/>
              </a:rPr>
              <a:t>01</a:t>
            </a:r>
            <a:endParaRPr lang="en-US" sz="2800" b="1" dirty="0">
              <a:latin typeface="+mn-ea"/>
              <a:sym typeface="+mn-ea"/>
            </a:endParaRPr>
          </a:p>
        </p:txBody>
      </p:sp>
      <p:sp>
        <p:nvSpPr>
          <p:cNvPr id="7" name="项标题"/>
          <p:cNvSpPr txBox="1"/>
          <p:nvPr>
            <p:custDataLst>
              <p:tags r:id="rId3"/>
            </p:custDataLst>
          </p:nvPr>
        </p:nvSpPr>
        <p:spPr>
          <a:xfrm>
            <a:off x="7524750" y="1224915"/>
            <a:ext cx="4140200" cy="720090"/>
          </a:xfrm>
          <a:prstGeom prst="rect">
            <a:avLst/>
          </a:prstGeom>
          <a:noFill/>
        </p:spPr>
        <p:txBody>
          <a:bodyPr wrap="square" lIns="0" tIns="0" rIns="0" bIns="0" rtlCol="0" anchor="ctr">
            <a:noAutofit/>
          </a:bodyPr>
          <a:lstStyle/>
          <a:p>
            <a:pPr>
              <a:lnSpc>
                <a:spcPct val="100000"/>
              </a:lnSpc>
            </a:pPr>
            <a:r>
              <a:rPr lang="zh-CN" altLang="en-US" sz="3200" b="1" spc="300" dirty="0">
                <a:solidFill>
                  <a:schemeClr val="tx1"/>
                </a:solidFill>
                <a:latin typeface="+mn-ea"/>
              </a:rPr>
              <a:t>核心功能与特点</a:t>
            </a:r>
            <a:endParaRPr lang="zh-CN" altLang="en-US" sz="3200" b="1" spc="300" dirty="0">
              <a:solidFill>
                <a:schemeClr val="tx1"/>
              </a:solidFill>
              <a:latin typeface="+mn-ea"/>
            </a:endParaRPr>
          </a:p>
        </p:txBody>
      </p:sp>
      <p:sp>
        <p:nvSpPr>
          <p:cNvPr id="19" name="序号"/>
          <p:cNvSpPr txBox="1"/>
          <p:nvPr>
            <p:custDataLst>
              <p:tags r:id="rId4"/>
            </p:custDataLst>
          </p:nvPr>
        </p:nvSpPr>
        <p:spPr>
          <a:xfrm>
            <a:off x="6299200" y="2502535"/>
            <a:ext cx="669290" cy="575945"/>
          </a:xfrm>
          <a:prstGeom prst="rect">
            <a:avLst/>
          </a:prstGeom>
          <a:noFill/>
          <a:ln w="28575">
            <a:solidFill>
              <a:schemeClr val="tx1"/>
            </a:solidFill>
          </a:ln>
        </p:spPr>
        <p:txBody>
          <a:bodyPr wrap="none" lIns="0" tIns="36195" rIns="0" bIns="0" rtlCol="0" anchor="ctr" anchorCtr="0">
            <a:noAutofit/>
          </a:bodyPr>
          <a:lstStyle/>
          <a:p>
            <a:pPr lvl="0" algn="ctr">
              <a:buClrTx/>
              <a:buSzTx/>
              <a:buFontTx/>
            </a:pPr>
            <a:r>
              <a:rPr lang="en-US" sz="2800" b="1" dirty="0">
                <a:latin typeface="+mn-ea"/>
                <a:sym typeface="+mn-ea"/>
              </a:rPr>
              <a:t>02</a:t>
            </a:r>
            <a:endParaRPr lang="en-US" sz="2800" b="1" dirty="0">
              <a:latin typeface="+mn-ea"/>
              <a:sym typeface="+mn-ea"/>
            </a:endParaRPr>
          </a:p>
        </p:txBody>
      </p:sp>
      <p:sp>
        <p:nvSpPr>
          <p:cNvPr id="20" name="项标题"/>
          <p:cNvSpPr txBox="1"/>
          <p:nvPr>
            <p:custDataLst>
              <p:tags r:id="rId5"/>
            </p:custDataLst>
          </p:nvPr>
        </p:nvSpPr>
        <p:spPr>
          <a:xfrm>
            <a:off x="7524750" y="2430145"/>
            <a:ext cx="4140200" cy="720090"/>
          </a:xfrm>
          <a:prstGeom prst="rect">
            <a:avLst/>
          </a:prstGeom>
          <a:noFill/>
        </p:spPr>
        <p:txBody>
          <a:bodyPr wrap="square" lIns="0" tIns="0" rIns="0" bIns="0" rtlCol="0" anchor="ctr">
            <a:noAutofit/>
          </a:bodyPr>
          <a:lstStyle/>
          <a:p>
            <a:pPr>
              <a:lnSpc>
                <a:spcPct val="100000"/>
              </a:lnSpc>
            </a:pPr>
            <a:r>
              <a:rPr lang="zh-CN" altLang="en-US" sz="3200" b="1" spc="300" dirty="0">
                <a:solidFill>
                  <a:schemeClr val="tx1"/>
                </a:solidFill>
                <a:latin typeface="+mn-ea"/>
              </a:rPr>
              <a:t>目标用户群体和关键可用性目标</a:t>
            </a:r>
            <a:endParaRPr lang="zh-CN" altLang="en-US" sz="3200" b="1" spc="300" dirty="0">
              <a:solidFill>
                <a:schemeClr val="tx1"/>
              </a:solidFill>
              <a:latin typeface="+mn-ea"/>
            </a:endParaRPr>
          </a:p>
        </p:txBody>
      </p:sp>
      <p:sp>
        <p:nvSpPr>
          <p:cNvPr id="21" name="序号"/>
          <p:cNvSpPr txBox="1"/>
          <p:nvPr>
            <p:custDataLst>
              <p:tags r:id="rId6"/>
            </p:custDataLst>
          </p:nvPr>
        </p:nvSpPr>
        <p:spPr>
          <a:xfrm>
            <a:off x="6299200" y="3707765"/>
            <a:ext cx="669290" cy="575945"/>
          </a:xfrm>
          <a:prstGeom prst="rect">
            <a:avLst/>
          </a:prstGeom>
          <a:noFill/>
          <a:ln w="28575">
            <a:solidFill>
              <a:schemeClr val="tx1"/>
            </a:solidFill>
          </a:ln>
        </p:spPr>
        <p:txBody>
          <a:bodyPr wrap="none" lIns="0" tIns="36195" rIns="0" bIns="0" rtlCol="0" anchor="ctr" anchorCtr="0">
            <a:noAutofit/>
          </a:bodyPr>
          <a:lstStyle/>
          <a:p>
            <a:pPr lvl="0" algn="ctr">
              <a:buClrTx/>
              <a:buSzTx/>
              <a:buFontTx/>
            </a:pPr>
            <a:r>
              <a:rPr lang="en-US" sz="2800" b="1" dirty="0">
                <a:latin typeface="+mn-ea"/>
                <a:sym typeface="+mn-ea"/>
              </a:rPr>
              <a:t>03</a:t>
            </a:r>
            <a:endParaRPr lang="en-US" sz="2800" b="1" dirty="0">
              <a:latin typeface="+mn-ea"/>
              <a:sym typeface="+mn-ea"/>
            </a:endParaRPr>
          </a:p>
        </p:txBody>
      </p:sp>
      <p:sp>
        <p:nvSpPr>
          <p:cNvPr id="22" name="项标题"/>
          <p:cNvSpPr txBox="1"/>
          <p:nvPr>
            <p:custDataLst>
              <p:tags r:id="rId7"/>
            </p:custDataLst>
          </p:nvPr>
        </p:nvSpPr>
        <p:spPr>
          <a:xfrm>
            <a:off x="7524750" y="3636010"/>
            <a:ext cx="4140200" cy="720090"/>
          </a:xfrm>
          <a:prstGeom prst="rect">
            <a:avLst/>
          </a:prstGeom>
          <a:noFill/>
        </p:spPr>
        <p:txBody>
          <a:bodyPr wrap="square" lIns="0" tIns="0" rIns="0" bIns="0" rtlCol="0" anchor="ctr">
            <a:noAutofit/>
          </a:bodyPr>
          <a:lstStyle/>
          <a:p>
            <a:pPr>
              <a:lnSpc>
                <a:spcPct val="100000"/>
              </a:lnSpc>
            </a:pPr>
            <a:r>
              <a:rPr lang="zh-CN" altLang="en-US" sz="3200" b="1" spc="300" dirty="0">
                <a:solidFill>
                  <a:schemeClr val="tx1"/>
                </a:solidFill>
                <a:latin typeface="+mn-ea"/>
              </a:rPr>
              <a:t>详细用例描述</a:t>
            </a:r>
            <a:endParaRPr lang="zh-CN" altLang="en-US" sz="3200" b="1" spc="300" dirty="0">
              <a:solidFill>
                <a:schemeClr val="tx1"/>
              </a:solidFill>
              <a:latin typeface="+mn-ea"/>
            </a:endParaRPr>
          </a:p>
        </p:txBody>
      </p:sp>
      <p:sp>
        <p:nvSpPr>
          <p:cNvPr id="23" name="序号"/>
          <p:cNvSpPr txBox="1"/>
          <p:nvPr>
            <p:custDataLst>
              <p:tags r:id="rId8"/>
            </p:custDataLst>
          </p:nvPr>
        </p:nvSpPr>
        <p:spPr>
          <a:xfrm>
            <a:off x="6299200" y="4912995"/>
            <a:ext cx="669290" cy="575945"/>
          </a:xfrm>
          <a:prstGeom prst="rect">
            <a:avLst/>
          </a:prstGeom>
          <a:noFill/>
          <a:ln w="28575">
            <a:solidFill>
              <a:schemeClr val="tx1"/>
            </a:solidFill>
          </a:ln>
        </p:spPr>
        <p:txBody>
          <a:bodyPr wrap="none" lIns="0" tIns="36195" rIns="0" bIns="0" rtlCol="0" anchor="ctr" anchorCtr="0">
            <a:noAutofit/>
          </a:bodyPr>
          <a:lstStyle/>
          <a:p>
            <a:pPr lvl="0" algn="ctr">
              <a:buClrTx/>
              <a:buSzTx/>
              <a:buFontTx/>
            </a:pPr>
            <a:r>
              <a:rPr lang="en-US" sz="2800" b="1" dirty="0">
                <a:latin typeface="+mn-ea"/>
                <a:sym typeface="+mn-ea"/>
              </a:rPr>
              <a:t>04</a:t>
            </a:r>
            <a:endParaRPr lang="en-US" sz="2800" b="1" dirty="0">
              <a:latin typeface="+mn-ea"/>
              <a:sym typeface="+mn-ea"/>
            </a:endParaRPr>
          </a:p>
        </p:txBody>
      </p:sp>
      <p:sp>
        <p:nvSpPr>
          <p:cNvPr id="24" name="项标题"/>
          <p:cNvSpPr txBox="1"/>
          <p:nvPr>
            <p:custDataLst>
              <p:tags r:id="rId9"/>
            </p:custDataLst>
          </p:nvPr>
        </p:nvSpPr>
        <p:spPr>
          <a:xfrm>
            <a:off x="7524750" y="4841240"/>
            <a:ext cx="4140200" cy="720090"/>
          </a:xfrm>
          <a:prstGeom prst="rect">
            <a:avLst/>
          </a:prstGeom>
          <a:noFill/>
        </p:spPr>
        <p:txBody>
          <a:bodyPr wrap="square" lIns="0" tIns="0" rIns="0" bIns="0" rtlCol="0" anchor="ctr">
            <a:noAutofit/>
          </a:bodyPr>
          <a:lstStyle/>
          <a:p>
            <a:pPr>
              <a:lnSpc>
                <a:spcPct val="100000"/>
              </a:lnSpc>
            </a:pPr>
            <a:r>
              <a:rPr lang="zh-CN" altLang="en-US" sz="3200" b="1" spc="300" dirty="0">
                <a:solidFill>
                  <a:schemeClr val="tx1"/>
                </a:solidFill>
                <a:latin typeface="+mn-ea"/>
              </a:rPr>
              <a:t>用例图及活动图</a:t>
            </a:r>
            <a:endParaRPr lang="en-US" altLang="zh-CN" sz="3200" b="1" spc="300" dirty="0">
              <a:solidFill>
                <a:schemeClr val="tx1"/>
              </a:solidFill>
              <a:latin typeface="+mn-ea"/>
            </a:endParaRPr>
          </a:p>
        </p:txBody>
      </p:sp>
      <p:sp>
        <p:nvSpPr>
          <p:cNvPr id="2" name="任意多边形 1"/>
          <p:cNvSpPr/>
          <p:nvPr>
            <p:custDataLst>
              <p:tags r:id="rId10"/>
            </p:custDataLst>
          </p:nvPr>
        </p:nvSpPr>
        <p:spPr>
          <a:xfrm>
            <a:off x="2471858" y="3768527"/>
            <a:ext cx="2136581" cy="275676"/>
          </a:xfrm>
          <a:custGeom>
            <a:avLst/>
            <a:gdLst/>
            <a:ahLst/>
            <a:cxnLst>
              <a:cxn ang="3">
                <a:pos x="hc" y="t"/>
              </a:cxn>
              <a:cxn ang="cd2">
                <a:pos x="l" y="vc"/>
              </a:cxn>
              <a:cxn ang="cd4">
                <a:pos x="hc" y="b"/>
              </a:cxn>
              <a:cxn ang="0">
                <a:pos x="r" y="vc"/>
              </a:cxn>
            </a:cxnLst>
            <a:rect l="l" t="t" r="r" b="b"/>
            <a:pathLst>
              <a:path w="3365" h="434">
                <a:moveTo>
                  <a:pt x="627" y="78"/>
                </a:moveTo>
                <a:cubicBezTo>
                  <a:pt x="592" y="78"/>
                  <a:pt x="564" y="91"/>
                  <a:pt x="544" y="117"/>
                </a:cubicBezTo>
                <a:cubicBezTo>
                  <a:pt x="524" y="143"/>
                  <a:pt x="514" y="176"/>
                  <a:pt x="514" y="218"/>
                </a:cubicBezTo>
                <a:cubicBezTo>
                  <a:pt x="514" y="258"/>
                  <a:pt x="524" y="292"/>
                  <a:pt x="544" y="318"/>
                </a:cubicBezTo>
                <a:cubicBezTo>
                  <a:pt x="563" y="344"/>
                  <a:pt x="590" y="357"/>
                  <a:pt x="625" y="357"/>
                </a:cubicBezTo>
                <a:cubicBezTo>
                  <a:pt x="660" y="357"/>
                  <a:pt x="687" y="344"/>
                  <a:pt x="706" y="319"/>
                </a:cubicBezTo>
                <a:cubicBezTo>
                  <a:pt x="726" y="295"/>
                  <a:pt x="736" y="261"/>
                  <a:pt x="736" y="219"/>
                </a:cubicBezTo>
                <a:cubicBezTo>
                  <a:pt x="736" y="176"/>
                  <a:pt x="726" y="141"/>
                  <a:pt x="707" y="116"/>
                </a:cubicBezTo>
                <a:cubicBezTo>
                  <a:pt x="688" y="90"/>
                  <a:pt x="662" y="78"/>
                  <a:pt x="627" y="78"/>
                </a:cubicBezTo>
                <a:close/>
                <a:moveTo>
                  <a:pt x="2672" y="7"/>
                </a:moveTo>
                <a:lnTo>
                  <a:pt x="3001" y="7"/>
                </a:lnTo>
                <a:lnTo>
                  <a:pt x="3001" y="80"/>
                </a:lnTo>
                <a:lnTo>
                  <a:pt x="2881" y="80"/>
                </a:lnTo>
                <a:lnTo>
                  <a:pt x="2881" y="427"/>
                </a:lnTo>
                <a:lnTo>
                  <a:pt x="2792" y="427"/>
                </a:lnTo>
                <a:lnTo>
                  <a:pt x="2792" y="80"/>
                </a:lnTo>
                <a:lnTo>
                  <a:pt x="2672" y="80"/>
                </a:lnTo>
                <a:lnTo>
                  <a:pt x="2672" y="7"/>
                </a:lnTo>
                <a:close/>
                <a:moveTo>
                  <a:pt x="2201" y="7"/>
                </a:moveTo>
                <a:lnTo>
                  <a:pt x="2299" y="7"/>
                </a:lnTo>
                <a:lnTo>
                  <a:pt x="2470" y="271"/>
                </a:lnTo>
                <a:cubicBezTo>
                  <a:pt x="2481" y="289"/>
                  <a:pt x="2488" y="300"/>
                  <a:pt x="2491" y="304"/>
                </a:cubicBezTo>
                <a:lnTo>
                  <a:pt x="2492" y="304"/>
                </a:lnTo>
                <a:cubicBezTo>
                  <a:pt x="2491" y="294"/>
                  <a:pt x="2490" y="275"/>
                  <a:pt x="2490" y="246"/>
                </a:cubicBezTo>
                <a:lnTo>
                  <a:pt x="2490" y="7"/>
                </a:lnTo>
                <a:lnTo>
                  <a:pt x="2574" y="7"/>
                </a:lnTo>
                <a:lnTo>
                  <a:pt x="2574" y="427"/>
                </a:lnTo>
                <a:lnTo>
                  <a:pt x="2483" y="427"/>
                </a:lnTo>
                <a:lnTo>
                  <a:pt x="2305" y="155"/>
                </a:lnTo>
                <a:cubicBezTo>
                  <a:pt x="2296" y="141"/>
                  <a:pt x="2289" y="130"/>
                  <a:pt x="2285" y="121"/>
                </a:cubicBezTo>
                <a:lnTo>
                  <a:pt x="2284" y="121"/>
                </a:lnTo>
                <a:cubicBezTo>
                  <a:pt x="2285" y="136"/>
                  <a:pt x="2286" y="158"/>
                  <a:pt x="2286" y="188"/>
                </a:cubicBezTo>
                <a:lnTo>
                  <a:pt x="2286" y="427"/>
                </a:lnTo>
                <a:lnTo>
                  <a:pt x="2201" y="427"/>
                </a:lnTo>
                <a:lnTo>
                  <a:pt x="2201" y="7"/>
                </a:lnTo>
                <a:close/>
                <a:moveTo>
                  <a:pt x="1841" y="7"/>
                </a:moveTo>
                <a:lnTo>
                  <a:pt x="2080" y="7"/>
                </a:lnTo>
                <a:lnTo>
                  <a:pt x="2080" y="80"/>
                </a:lnTo>
                <a:lnTo>
                  <a:pt x="1931" y="80"/>
                </a:lnTo>
                <a:lnTo>
                  <a:pt x="1931" y="179"/>
                </a:lnTo>
                <a:lnTo>
                  <a:pt x="2069" y="179"/>
                </a:lnTo>
                <a:lnTo>
                  <a:pt x="2069" y="252"/>
                </a:lnTo>
                <a:lnTo>
                  <a:pt x="1931" y="252"/>
                </a:lnTo>
                <a:lnTo>
                  <a:pt x="1931" y="354"/>
                </a:lnTo>
                <a:lnTo>
                  <a:pt x="2090" y="354"/>
                </a:lnTo>
                <a:lnTo>
                  <a:pt x="2090" y="427"/>
                </a:lnTo>
                <a:lnTo>
                  <a:pt x="1841" y="427"/>
                </a:lnTo>
                <a:lnTo>
                  <a:pt x="1841" y="7"/>
                </a:lnTo>
                <a:close/>
                <a:moveTo>
                  <a:pt x="1412" y="7"/>
                </a:moveTo>
                <a:lnTo>
                  <a:pt x="1741" y="7"/>
                </a:lnTo>
                <a:lnTo>
                  <a:pt x="1741" y="80"/>
                </a:lnTo>
                <a:lnTo>
                  <a:pt x="1621" y="80"/>
                </a:lnTo>
                <a:lnTo>
                  <a:pt x="1621" y="427"/>
                </a:lnTo>
                <a:lnTo>
                  <a:pt x="1532" y="427"/>
                </a:lnTo>
                <a:lnTo>
                  <a:pt x="1532" y="80"/>
                </a:lnTo>
                <a:lnTo>
                  <a:pt x="1412" y="80"/>
                </a:lnTo>
                <a:lnTo>
                  <a:pt x="1412" y="7"/>
                </a:lnTo>
                <a:close/>
                <a:moveTo>
                  <a:pt x="941" y="7"/>
                </a:moveTo>
                <a:lnTo>
                  <a:pt x="1039" y="7"/>
                </a:lnTo>
                <a:lnTo>
                  <a:pt x="1210" y="271"/>
                </a:lnTo>
                <a:cubicBezTo>
                  <a:pt x="1221" y="289"/>
                  <a:pt x="1228" y="300"/>
                  <a:pt x="1231" y="304"/>
                </a:cubicBezTo>
                <a:lnTo>
                  <a:pt x="1232" y="304"/>
                </a:lnTo>
                <a:cubicBezTo>
                  <a:pt x="1231" y="294"/>
                  <a:pt x="1230" y="275"/>
                  <a:pt x="1230" y="246"/>
                </a:cubicBezTo>
                <a:lnTo>
                  <a:pt x="1230" y="7"/>
                </a:lnTo>
                <a:lnTo>
                  <a:pt x="1314" y="7"/>
                </a:lnTo>
                <a:lnTo>
                  <a:pt x="1314" y="427"/>
                </a:lnTo>
                <a:lnTo>
                  <a:pt x="1223" y="427"/>
                </a:lnTo>
                <a:lnTo>
                  <a:pt x="1045" y="155"/>
                </a:lnTo>
                <a:cubicBezTo>
                  <a:pt x="1036" y="141"/>
                  <a:pt x="1029" y="130"/>
                  <a:pt x="1025" y="121"/>
                </a:cubicBezTo>
                <a:lnTo>
                  <a:pt x="1024" y="121"/>
                </a:lnTo>
                <a:cubicBezTo>
                  <a:pt x="1025" y="136"/>
                  <a:pt x="1026" y="158"/>
                  <a:pt x="1026" y="188"/>
                </a:cubicBezTo>
                <a:lnTo>
                  <a:pt x="1026" y="427"/>
                </a:lnTo>
                <a:lnTo>
                  <a:pt x="941" y="427"/>
                </a:lnTo>
                <a:lnTo>
                  <a:pt x="941" y="7"/>
                </a:lnTo>
                <a:close/>
                <a:moveTo>
                  <a:pt x="3243" y="0"/>
                </a:moveTo>
                <a:cubicBezTo>
                  <a:pt x="3284" y="0"/>
                  <a:pt x="3318" y="5"/>
                  <a:pt x="3346" y="16"/>
                </a:cubicBezTo>
                <a:lnTo>
                  <a:pt x="3346" y="100"/>
                </a:lnTo>
                <a:cubicBezTo>
                  <a:pt x="3318" y="81"/>
                  <a:pt x="3285" y="71"/>
                  <a:pt x="3247" y="71"/>
                </a:cubicBezTo>
                <a:cubicBezTo>
                  <a:pt x="3225" y="71"/>
                  <a:pt x="3208" y="75"/>
                  <a:pt x="3195" y="83"/>
                </a:cubicBezTo>
                <a:cubicBezTo>
                  <a:pt x="3181" y="91"/>
                  <a:pt x="3175" y="102"/>
                  <a:pt x="3175" y="116"/>
                </a:cubicBezTo>
                <a:cubicBezTo>
                  <a:pt x="3175" y="127"/>
                  <a:pt x="3179" y="137"/>
                  <a:pt x="3188" y="146"/>
                </a:cubicBezTo>
                <a:cubicBezTo>
                  <a:pt x="3197" y="155"/>
                  <a:pt x="3220" y="167"/>
                  <a:pt x="3255" y="183"/>
                </a:cubicBezTo>
                <a:cubicBezTo>
                  <a:pt x="3297" y="201"/>
                  <a:pt x="3326" y="219"/>
                  <a:pt x="3341" y="239"/>
                </a:cubicBezTo>
                <a:cubicBezTo>
                  <a:pt x="3357" y="259"/>
                  <a:pt x="3365" y="283"/>
                  <a:pt x="3365" y="310"/>
                </a:cubicBezTo>
                <a:cubicBezTo>
                  <a:pt x="3365" y="351"/>
                  <a:pt x="3350" y="381"/>
                  <a:pt x="3322" y="402"/>
                </a:cubicBezTo>
                <a:cubicBezTo>
                  <a:pt x="3293" y="424"/>
                  <a:pt x="3253" y="434"/>
                  <a:pt x="3200" y="434"/>
                </a:cubicBezTo>
                <a:cubicBezTo>
                  <a:pt x="3152" y="434"/>
                  <a:pt x="3113" y="426"/>
                  <a:pt x="3082" y="411"/>
                </a:cubicBezTo>
                <a:lnTo>
                  <a:pt x="3082" y="321"/>
                </a:lnTo>
                <a:cubicBezTo>
                  <a:pt x="3116" y="349"/>
                  <a:pt x="3154" y="363"/>
                  <a:pt x="3197" y="363"/>
                </a:cubicBezTo>
                <a:cubicBezTo>
                  <a:pt x="3222" y="363"/>
                  <a:pt x="3240" y="359"/>
                  <a:pt x="3252" y="351"/>
                </a:cubicBezTo>
                <a:cubicBezTo>
                  <a:pt x="3265" y="342"/>
                  <a:pt x="3271" y="331"/>
                  <a:pt x="3271" y="318"/>
                </a:cubicBezTo>
                <a:cubicBezTo>
                  <a:pt x="3271" y="307"/>
                  <a:pt x="3266" y="296"/>
                  <a:pt x="3256" y="286"/>
                </a:cubicBezTo>
                <a:cubicBezTo>
                  <a:pt x="3246" y="276"/>
                  <a:pt x="3221" y="262"/>
                  <a:pt x="3179" y="245"/>
                </a:cubicBezTo>
                <a:cubicBezTo>
                  <a:pt x="3113" y="217"/>
                  <a:pt x="3080" y="176"/>
                  <a:pt x="3080" y="123"/>
                </a:cubicBezTo>
                <a:cubicBezTo>
                  <a:pt x="3080" y="84"/>
                  <a:pt x="3095" y="54"/>
                  <a:pt x="3125" y="32"/>
                </a:cubicBezTo>
                <a:cubicBezTo>
                  <a:pt x="3155" y="11"/>
                  <a:pt x="3194" y="0"/>
                  <a:pt x="3243" y="0"/>
                </a:cubicBezTo>
                <a:close/>
                <a:moveTo>
                  <a:pt x="630" y="0"/>
                </a:moveTo>
                <a:cubicBezTo>
                  <a:pt x="690" y="0"/>
                  <a:pt x="738" y="20"/>
                  <a:pt x="775" y="60"/>
                </a:cubicBezTo>
                <a:cubicBezTo>
                  <a:pt x="811" y="100"/>
                  <a:pt x="829" y="151"/>
                  <a:pt x="829" y="214"/>
                </a:cubicBezTo>
                <a:cubicBezTo>
                  <a:pt x="829" y="279"/>
                  <a:pt x="810" y="332"/>
                  <a:pt x="772" y="373"/>
                </a:cubicBezTo>
                <a:cubicBezTo>
                  <a:pt x="734" y="414"/>
                  <a:pt x="685" y="434"/>
                  <a:pt x="623" y="434"/>
                </a:cubicBezTo>
                <a:cubicBezTo>
                  <a:pt x="563" y="434"/>
                  <a:pt x="514" y="414"/>
                  <a:pt x="476" y="375"/>
                </a:cubicBezTo>
                <a:cubicBezTo>
                  <a:pt x="439" y="335"/>
                  <a:pt x="420" y="285"/>
                  <a:pt x="420" y="222"/>
                </a:cubicBezTo>
                <a:cubicBezTo>
                  <a:pt x="420" y="157"/>
                  <a:pt x="439" y="103"/>
                  <a:pt x="478" y="62"/>
                </a:cubicBezTo>
                <a:cubicBezTo>
                  <a:pt x="516" y="21"/>
                  <a:pt x="567" y="0"/>
                  <a:pt x="630" y="0"/>
                </a:cubicBezTo>
                <a:close/>
                <a:moveTo>
                  <a:pt x="223" y="0"/>
                </a:moveTo>
                <a:cubicBezTo>
                  <a:pt x="264" y="0"/>
                  <a:pt x="298" y="5"/>
                  <a:pt x="326" y="16"/>
                </a:cubicBezTo>
                <a:lnTo>
                  <a:pt x="326" y="102"/>
                </a:lnTo>
                <a:cubicBezTo>
                  <a:pt x="297" y="86"/>
                  <a:pt x="265" y="78"/>
                  <a:pt x="229" y="78"/>
                </a:cubicBezTo>
                <a:cubicBezTo>
                  <a:pt x="188" y="78"/>
                  <a:pt x="155" y="91"/>
                  <a:pt x="131" y="117"/>
                </a:cubicBezTo>
                <a:cubicBezTo>
                  <a:pt x="106" y="143"/>
                  <a:pt x="94" y="177"/>
                  <a:pt x="94" y="220"/>
                </a:cubicBezTo>
                <a:cubicBezTo>
                  <a:pt x="94" y="261"/>
                  <a:pt x="106" y="294"/>
                  <a:pt x="129" y="319"/>
                </a:cubicBezTo>
                <a:cubicBezTo>
                  <a:pt x="152" y="344"/>
                  <a:pt x="184" y="357"/>
                  <a:pt x="224" y="357"/>
                </a:cubicBezTo>
                <a:cubicBezTo>
                  <a:pt x="261" y="357"/>
                  <a:pt x="295" y="348"/>
                  <a:pt x="326" y="330"/>
                </a:cubicBezTo>
                <a:lnTo>
                  <a:pt x="326" y="412"/>
                </a:lnTo>
                <a:cubicBezTo>
                  <a:pt x="295" y="427"/>
                  <a:pt x="255" y="434"/>
                  <a:pt x="206" y="434"/>
                </a:cubicBezTo>
                <a:cubicBezTo>
                  <a:pt x="143" y="434"/>
                  <a:pt x="93" y="415"/>
                  <a:pt x="56" y="377"/>
                </a:cubicBezTo>
                <a:cubicBezTo>
                  <a:pt x="19" y="340"/>
                  <a:pt x="0" y="289"/>
                  <a:pt x="0" y="226"/>
                </a:cubicBezTo>
                <a:cubicBezTo>
                  <a:pt x="0" y="160"/>
                  <a:pt x="21" y="105"/>
                  <a:pt x="62" y="63"/>
                </a:cubicBezTo>
                <a:cubicBezTo>
                  <a:pt x="104" y="21"/>
                  <a:pt x="157" y="0"/>
                  <a:pt x="223" y="0"/>
                </a:cubicBezTo>
                <a:close/>
              </a:path>
            </a:pathLst>
          </a:custGeom>
          <a:solidFill>
            <a:schemeClr val="tx1"/>
          </a:solidFill>
          <a:ln>
            <a:noFill/>
          </a:ln>
        </p:spPr>
        <p:style>
          <a:lnRef idx="2">
            <a:schemeClr val="accent1">
              <a:lumMod val="75000"/>
            </a:schemeClr>
          </a:lnRef>
          <a:fillRef idx="1">
            <a:schemeClr val="accent1"/>
          </a:fillRef>
          <a:effectRef idx="0">
            <a:srgbClr val="FFFFFF"/>
          </a:effectRef>
          <a:fontRef idx="minor">
            <a:schemeClr val="lt1"/>
          </a:fontRef>
        </p:style>
        <p:txBody>
          <a:bodyPr wrap="square" rtlCol="0" anchor="ctr">
            <a:noAutofit/>
          </a:bodyPr>
          <a:p>
            <a:pPr algn="ctr"/>
            <a:endParaRPr lang="zh-CN" altLang="en-US"/>
          </a:p>
        </p:txBody>
      </p:sp>
    </p:spTree>
    <p:custDataLst>
      <p:tags r:id="rId11"/>
    </p:custData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节编号"/>
          <p:cNvSpPr>
            <a:spLocks noGrp="1"/>
          </p:cNvSpPr>
          <p:nvPr>
            <p:ph type="body" sz="quarter" idx="13"/>
            <p:custDataLst>
              <p:tags r:id="rId1"/>
            </p:custDataLst>
          </p:nvPr>
        </p:nvSpPr>
        <p:spPr/>
        <p:txBody>
          <a:bodyPr/>
          <a:lstStyle/>
          <a:p>
            <a:r>
              <a:rPr lang="en-US" altLang="zh-CN"/>
              <a:t>PART</a:t>
            </a:r>
            <a:r>
              <a:rPr lang="zh-CN" altLang="en-US"/>
              <a:t> </a:t>
            </a:r>
            <a:r>
              <a:rPr lang="en-US" altLang="zh-CN"/>
              <a:t>ONE</a:t>
            </a:r>
            <a:endParaRPr lang="en-US" altLang="zh-CN"/>
          </a:p>
        </p:txBody>
      </p:sp>
      <p:sp>
        <p:nvSpPr>
          <p:cNvPr id="4" name="标题"/>
          <p:cNvSpPr>
            <a:spLocks noGrp="1"/>
          </p:cNvSpPr>
          <p:nvPr>
            <p:ph type="title"/>
            <p:custDataLst>
              <p:tags r:id="rId2"/>
            </p:custDataLst>
          </p:nvPr>
        </p:nvSpPr>
        <p:spPr>
          <a:xfrm>
            <a:off x="3947795" y="2922270"/>
            <a:ext cx="4743450" cy="889000"/>
          </a:xfrm>
        </p:spPr>
        <p:txBody>
          <a:bodyPr/>
          <a:lstStyle/>
          <a:p>
            <a:r>
              <a:rPr lang="zh-CN" altLang="en-US" spc="300" dirty="0">
                <a:solidFill>
                  <a:schemeClr val="tx1"/>
                </a:solidFill>
                <a:latin typeface="+mn-ea"/>
                <a:sym typeface="+mn-ea"/>
              </a:rPr>
              <a:t>核心功能与特点</a:t>
            </a:r>
            <a:endParaRPr lang="zh-CN" altLang="en-US"/>
          </a:p>
        </p:txBody>
      </p:sp>
      <p:sp>
        <p:nvSpPr>
          <p:cNvPr id="8" name="副标题 7"/>
          <p:cNvSpPr>
            <a:spLocks noGrp="1"/>
          </p:cNvSpPr>
          <p:nvPr>
            <p:ph type="subTitle" idx="1"/>
            <p:custDataLst>
              <p:tags r:id="rId3"/>
            </p:custDataLst>
          </p:nvPr>
        </p:nvSpPr>
        <p:spPr/>
        <p:txBody>
          <a:bodyPr/>
          <a:lstStyle/>
          <a:p>
            <a:r>
              <a:rPr lang="zh-CN" altLang="en-US"/>
              <a:t>Core functions and features</a:t>
            </a:r>
            <a:endParaRPr lang="zh-CN" altLang="en-US"/>
          </a:p>
        </p:txBody>
      </p:sp>
    </p:spTree>
    <p:custDataLst>
      <p:tags r:id="rId4"/>
    </p:custData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p:cNvSpPr>
            <a:spLocks noGrp="1"/>
          </p:cNvSpPr>
          <p:nvPr>
            <p:ph type="title"/>
            <p:custDataLst>
              <p:tags r:id="rId1"/>
            </p:custDataLst>
          </p:nvPr>
        </p:nvSpPr>
        <p:spPr/>
        <p:txBody>
          <a:bodyPr/>
          <a:lstStyle/>
          <a:p>
            <a:r>
              <a:rPr lang="zh-CN" altLang="en-US" spc="300" dirty="0">
                <a:latin typeface="+mn-ea"/>
                <a:sym typeface="+mn-ea"/>
              </a:rPr>
              <a:t>核心功能与特点</a:t>
            </a:r>
            <a:endParaRPr lang="zh-CN" altLang="en-US"/>
          </a:p>
        </p:txBody>
      </p:sp>
      <p:sp>
        <p:nvSpPr>
          <p:cNvPr id="3" name="正文"/>
          <p:cNvSpPr>
            <a:spLocks noGrp="1"/>
          </p:cNvSpPr>
          <p:nvPr>
            <p:ph idx="1"/>
            <p:custDataLst>
              <p:tags r:id="rId2"/>
            </p:custDataLst>
          </p:nvPr>
        </p:nvSpPr>
        <p:spPr/>
        <p:txBody>
          <a:bodyPr>
            <a:normAutofit fontScale="80000"/>
          </a:bodyPr>
          <a:lstStyle/>
          <a:p>
            <a:r>
              <a:rPr lang="zh-CN" altLang="en-US" b="1"/>
              <a:t>定制化、灵活化宿舍分配：</a:t>
            </a:r>
            <a:r>
              <a:rPr lang="zh-CN" altLang="en-US"/>
              <a:t>系统将根据学生个人信息（包括但不限于性别、年级、专业及任何特殊需求等）及宿舍使用情况进行智能化的宿舍分配，支持学生提交换宿申请以及自行选择舍友，确保每位同学都能获得适宜的生活环境。</a:t>
            </a:r>
            <a:endParaRPr lang="zh-CN" altLang="en-US"/>
          </a:p>
          <a:p>
            <a:r>
              <a:rPr lang="zh-CN" altLang="en-US" b="1"/>
              <a:t>便捷的设施维护管理：</a:t>
            </a:r>
            <a:r>
              <a:rPr lang="zh-CN" altLang="en-US"/>
              <a:t>学生线上提交设施维修申请，系统根据任务的紧急程度和维修人员的空闲情况进行最优化任务分配，争取最高效率解决同学的需求。学生可全程实时跟踪维修进度，并及时与维修人员进行沟通交流。</a:t>
            </a:r>
            <a:endParaRPr lang="zh-CN" altLang="en-US"/>
          </a:p>
          <a:p>
            <a:r>
              <a:rPr lang="zh-CN" altLang="en-US" b="1"/>
              <a:t>自动化费用管理：</a:t>
            </a:r>
            <a:r>
              <a:rPr lang="zh-CN" altLang="en-US"/>
              <a:t>系统将自动检测并生成住宿费用和水电费账单并发送到学生端，支持学生在线支付，并实时更新缴费记录，使学生的生活账单支付更加便捷。</a:t>
            </a:r>
            <a:endParaRPr lang="zh-CN" altLang="en-US"/>
          </a:p>
          <a:p>
            <a:r>
              <a:rPr lang="zh-CN" altLang="en-US" b="1"/>
              <a:t>精确化的门禁管理：</a:t>
            </a:r>
            <a:r>
              <a:rPr lang="zh-CN" altLang="en-US"/>
              <a:t>实时、精准记录学生的出入信息，全方位监控宿舍楼安全状况，管理临时访客的出入权限，保障学生人身及财产安全。</a:t>
            </a:r>
            <a:endParaRPr lang="zh-CN" altLang="en-US"/>
          </a:p>
          <a:p>
            <a:r>
              <a:rPr lang="zh-CN" altLang="en-US" b="1"/>
              <a:t>可视化数据统计与分析：</a:t>
            </a:r>
            <a:r>
              <a:rPr lang="zh-CN" altLang="en-US"/>
              <a:t>宿管人员可以利用数据分析优化宿舍资源配置，提升整体管理效率。</a:t>
            </a:r>
            <a:endParaRPr lang="zh-CN" altLang="en-US"/>
          </a:p>
        </p:txBody>
      </p:sp>
    </p:spTree>
    <p:custDataLst>
      <p:tags r:id="rId3"/>
    </p:custData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节编号"/>
          <p:cNvSpPr>
            <a:spLocks noGrp="1"/>
          </p:cNvSpPr>
          <p:nvPr>
            <p:ph type="body" sz="quarter" idx="13"/>
            <p:custDataLst>
              <p:tags r:id="rId1"/>
            </p:custDataLst>
          </p:nvPr>
        </p:nvSpPr>
        <p:spPr/>
        <p:txBody>
          <a:bodyPr>
            <a:normAutofit lnSpcReduction="20000"/>
          </a:bodyPr>
          <a:lstStyle/>
          <a:p>
            <a:r>
              <a:rPr lang="en-US" altLang="zh-CN"/>
              <a:t>PART</a:t>
            </a:r>
            <a:r>
              <a:rPr lang="zh-CN" altLang="en-US"/>
              <a:t> </a:t>
            </a:r>
            <a:r>
              <a:rPr lang="en-US" altLang="zh-CN"/>
              <a:t>TWO</a:t>
            </a:r>
            <a:endParaRPr lang="en-US" altLang="zh-CN"/>
          </a:p>
        </p:txBody>
      </p:sp>
      <p:sp>
        <p:nvSpPr>
          <p:cNvPr id="4" name="标题"/>
          <p:cNvSpPr>
            <a:spLocks noGrp="1"/>
          </p:cNvSpPr>
          <p:nvPr>
            <p:ph type="title"/>
            <p:custDataLst>
              <p:tags r:id="rId2"/>
            </p:custDataLst>
          </p:nvPr>
        </p:nvSpPr>
        <p:spPr>
          <a:xfrm>
            <a:off x="2433320" y="2910205"/>
            <a:ext cx="7713980" cy="889000"/>
          </a:xfrm>
        </p:spPr>
        <p:txBody>
          <a:bodyPr>
            <a:normAutofit fontScale="90000"/>
          </a:bodyPr>
          <a:lstStyle/>
          <a:p>
            <a:r>
              <a:rPr lang="zh-CN" altLang="en-US" spc="300" dirty="0">
                <a:solidFill>
                  <a:schemeClr val="tx1"/>
                </a:solidFill>
                <a:latin typeface="+mn-ea"/>
                <a:sym typeface="+mn-ea"/>
              </a:rPr>
              <a:t>目标用户群体、关键可用性目标</a:t>
            </a:r>
            <a:endParaRPr lang="zh-CN" altLang="en-US"/>
          </a:p>
        </p:txBody>
      </p:sp>
      <p:sp>
        <p:nvSpPr>
          <p:cNvPr id="8" name="副标题 7"/>
          <p:cNvSpPr>
            <a:spLocks noGrp="1"/>
          </p:cNvSpPr>
          <p:nvPr>
            <p:ph type="subTitle" idx="1"/>
            <p:custDataLst>
              <p:tags r:id="rId3"/>
            </p:custDataLst>
          </p:nvPr>
        </p:nvSpPr>
        <p:spPr>
          <a:xfrm>
            <a:off x="2807970" y="4090035"/>
            <a:ext cx="6010275" cy="687705"/>
          </a:xfrm>
        </p:spPr>
        <p:txBody>
          <a:bodyPr>
            <a:normAutofit/>
          </a:bodyPr>
          <a:lstStyle/>
          <a:p>
            <a:r>
              <a:rPr lang="zh-CN" altLang="en-US"/>
              <a:t>Target user</a:t>
            </a:r>
            <a:r>
              <a:rPr lang="en-US" altLang="zh-CN"/>
              <a:t>s</a:t>
            </a:r>
            <a:r>
              <a:rPr lang="zh-CN" altLang="en-US"/>
              <a:t>, key usability objectives</a:t>
            </a:r>
            <a:endParaRPr lang="zh-CN" altLang="en-US"/>
          </a:p>
        </p:txBody>
      </p:sp>
    </p:spTree>
    <p:custDataLst>
      <p:tags r:id="rId4"/>
    </p:custData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标题 16"/>
          <p:cNvSpPr>
            <a:spLocks noGrp="1"/>
          </p:cNvSpPr>
          <p:nvPr>
            <p:ph type="title"/>
            <p:custDataLst>
              <p:tags r:id="rId1"/>
            </p:custDataLst>
          </p:nvPr>
        </p:nvSpPr>
        <p:spPr>
          <a:xfrm>
            <a:off x="608400" y="608400"/>
            <a:ext cx="10969200" cy="705600"/>
          </a:xfrm>
        </p:spPr>
        <p:txBody>
          <a:bodyPr/>
          <a:lstStyle/>
          <a:p>
            <a:r>
              <a:rPr lang="zh-CN" altLang="en-US" spc="300" dirty="0">
                <a:latin typeface="+mn-ea"/>
                <a:sym typeface="+mn-ea"/>
              </a:rPr>
              <a:t>目标用户群体</a:t>
            </a:r>
            <a:endParaRPr lang="zh-CN" altLang="en-US">
              <a:solidFill>
                <a:schemeClr val="tx1"/>
              </a:solidFill>
            </a:endParaRPr>
          </a:p>
        </p:txBody>
      </p:sp>
      <p:sp>
        <p:nvSpPr>
          <p:cNvPr id="3" name="图片 56" descr="未标题-1"/>
          <p:cNvSpPr/>
          <p:nvPr>
            <p:custDataLst>
              <p:tags r:id="rId2"/>
            </p:custDataLst>
          </p:nvPr>
        </p:nvSpPr>
        <p:spPr>
          <a:xfrm>
            <a:off x="635" y="2320925"/>
            <a:ext cx="10727055" cy="2785577"/>
          </a:xfrm>
          <a:custGeom>
            <a:avLst/>
            <a:gdLst>
              <a:gd name="connsiteX0" fmla="*/ 0 w 16893"/>
              <a:gd name="connsiteY0" fmla="*/ 2499 h 4386"/>
              <a:gd name="connsiteX1" fmla="*/ 622 w 16893"/>
              <a:gd name="connsiteY1" fmla="*/ 1965 h 4386"/>
              <a:gd name="connsiteX2" fmla="*/ 2358 w 16893"/>
              <a:gd name="connsiteY2" fmla="*/ 1262 h 4386"/>
              <a:gd name="connsiteX3" fmla="*/ 6286 w 16893"/>
              <a:gd name="connsiteY3" fmla="*/ 2564 h 4386"/>
              <a:gd name="connsiteX4" fmla="*/ 6952 w 16893"/>
              <a:gd name="connsiteY4" fmla="*/ 3155 h 4386"/>
              <a:gd name="connsiteX5" fmla="*/ 8609 w 16893"/>
              <a:gd name="connsiteY5" fmla="*/ 4168 h 4386"/>
              <a:gd name="connsiteX6" fmla="*/ 10854 w 16893"/>
              <a:gd name="connsiteY6" fmla="*/ 4318 h 4386"/>
              <a:gd name="connsiteX7" fmla="*/ 14538 w 16893"/>
              <a:gd name="connsiteY7" fmla="*/ 2343 h 4386"/>
              <a:gd name="connsiteX8" fmla="*/ 16476 w 16893"/>
              <a:gd name="connsiteY8" fmla="*/ 417 h 4386"/>
              <a:gd name="connsiteX9" fmla="*/ 16893 w 16893"/>
              <a:gd name="connsiteY9" fmla="*/ 0 h 43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6893" h="4387">
                <a:moveTo>
                  <a:pt x="0" y="2499"/>
                </a:moveTo>
                <a:cubicBezTo>
                  <a:pt x="179" y="2304"/>
                  <a:pt x="388" y="2124"/>
                  <a:pt x="622" y="1965"/>
                </a:cubicBezTo>
                <a:cubicBezTo>
                  <a:pt x="1110" y="1625"/>
                  <a:pt x="1703" y="1361"/>
                  <a:pt x="2358" y="1262"/>
                </a:cubicBezTo>
                <a:cubicBezTo>
                  <a:pt x="3886" y="1030"/>
                  <a:pt x="5287" y="1770"/>
                  <a:pt x="6286" y="2564"/>
                </a:cubicBezTo>
                <a:cubicBezTo>
                  <a:pt x="6525" y="2753"/>
                  <a:pt x="6738" y="2951"/>
                  <a:pt x="6952" y="3155"/>
                </a:cubicBezTo>
                <a:cubicBezTo>
                  <a:pt x="7504" y="3593"/>
                  <a:pt x="7896" y="3931"/>
                  <a:pt x="8609" y="4168"/>
                </a:cubicBezTo>
                <a:cubicBezTo>
                  <a:pt x="9295" y="4393"/>
                  <a:pt x="10126" y="4447"/>
                  <a:pt x="10854" y="4318"/>
                </a:cubicBezTo>
                <a:cubicBezTo>
                  <a:pt x="12385" y="3972"/>
                  <a:pt x="13581" y="3246"/>
                  <a:pt x="14538" y="2343"/>
                </a:cubicBezTo>
                <a:cubicBezTo>
                  <a:pt x="15205" y="1715"/>
                  <a:pt x="15833" y="1061"/>
                  <a:pt x="16476" y="417"/>
                </a:cubicBezTo>
                <a:lnTo>
                  <a:pt x="16893" y="0"/>
                </a:lnTo>
              </a:path>
            </a:pathLst>
          </a:custGeom>
          <a:noFill/>
          <a:ln w="19055" cap="flat">
            <a:solidFill>
              <a:schemeClr val="accent1">
                <a:alpha val="35000"/>
              </a:schemeClr>
            </a:solidFill>
            <a:custDash>
              <a:ds d="300000" sp="225000"/>
            </a:custDash>
            <a:miter/>
          </a:ln>
        </p:spPr>
        <p:txBody>
          <a:bodyPr rtlCol="0" anchor="ctr"/>
          <a:lstStyle/>
          <a:p>
            <a:endParaRPr lang="zh-CN" altLang="en-US"/>
          </a:p>
        </p:txBody>
      </p:sp>
      <p:sp>
        <p:nvSpPr>
          <p:cNvPr id="7" name="椭圆 6"/>
          <p:cNvSpPr/>
          <p:nvPr>
            <p:custDataLst>
              <p:tags r:id="rId3"/>
            </p:custDataLst>
          </p:nvPr>
        </p:nvSpPr>
        <p:spPr>
          <a:xfrm>
            <a:off x="1706880" y="2880360"/>
            <a:ext cx="473710" cy="474345"/>
          </a:xfrm>
          <a:prstGeom prst="ellipse">
            <a:avLst/>
          </a:prstGeom>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p>
        </p:txBody>
      </p:sp>
      <p:sp>
        <p:nvSpPr>
          <p:cNvPr id="8" name="椭圆 7"/>
          <p:cNvSpPr/>
          <p:nvPr>
            <p:custDataLst>
              <p:tags r:id="rId4"/>
            </p:custDataLst>
          </p:nvPr>
        </p:nvSpPr>
        <p:spPr>
          <a:xfrm>
            <a:off x="3674745" y="3684270"/>
            <a:ext cx="473710" cy="474345"/>
          </a:xfrm>
          <a:prstGeom prst="ellipse">
            <a:avLst/>
          </a:prstGeom>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p>
        </p:txBody>
      </p:sp>
      <p:sp>
        <p:nvSpPr>
          <p:cNvPr id="10" name="椭圆 9"/>
          <p:cNvSpPr/>
          <p:nvPr>
            <p:custDataLst>
              <p:tags r:id="rId5"/>
            </p:custDataLst>
          </p:nvPr>
        </p:nvSpPr>
        <p:spPr>
          <a:xfrm>
            <a:off x="7645083" y="4486275"/>
            <a:ext cx="473710" cy="474345"/>
          </a:xfrm>
          <a:prstGeom prst="ellipse">
            <a:avLst/>
          </a:prstGeom>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p>
        </p:txBody>
      </p:sp>
      <p:sp>
        <p:nvSpPr>
          <p:cNvPr id="12" name="椭圆 11"/>
          <p:cNvSpPr/>
          <p:nvPr>
            <p:custDataLst>
              <p:tags r:id="rId6"/>
            </p:custDataLst>
          </p:nvPr>
        </p:nvSpPr>
        <p:spPr>
          <a:xfrm>
            <a:off x="9429751" y="3110230"/>
            <a:ext cx="473710" cy="474345"/>
          </a:xfrm>
          <a:prstGeom prst="ellipse">
            <a:avLst/>
          </a:prstGeom>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p>
        </p:txBody>
      </p:sp>
      <p:sp>
        <p:nvSpPr>
          <p:cNvPr id="55" name="椭圆 54"/>
          <p:cNvSpPr/>
          <p:nvPr>
            <p:custDataLst>
              <p:tags r:id="rId7"/>
            </p:custDataLst>
          </p:nvPr>
        </p:nvSpPr>
        <p:spPr>
          <a:xfrm>
            <a:off x="5349875" y="4761865"/>
            <a:ext cx="473710" cy="474345"/>
          </a:xfrm>
          <a:prstGeom prst="ellipse">
            <a:avLst/>
          </a:prstGeom>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p>
        </p:txBody>
      </p:sp>
      <p:sp>
        <p:nvSpPr>
          <p:cNvPr id="4" name="任意多边形: 形状 3"/>
          <p:cNvSpPr/>
          <p:nvPr>
            <p:custDataLst>
              <p:tags r:id="rId8"/>
            </p:custDataLst>
          </p:nvPr>
        </p:nvSpPr>
        <p:spPr>
          <a:xfrm rot="21120000">
            <a:off x="10718838" y="1549566"/>
            <a:ext cx="700284" cy="700855"/>
          </a:xfrm>
          <a:custGeom>
            <a:avLst/>
            <a:gdLst>
              <a:gd name="connsiteX0" fmla="*/ 700097 w 700284"/>
              <a:gd name="connsiteY0" fmla="*/ 857 h 700855"/>
              <a:gd name="connsiteX1" fmla="*/ 697850 w 700284"/>
              <a:gd name="connsiteY1" fmla="*/ 40730 h 700855"/>
              <a:gd name="connsiteX2" fmla="*/ 668129 w 700284"/>
              <a:gd name="connsiteY2" fmla="*/ 171739 h 700855"/>
              <a:gd name="connsiteX3" fmla="*/ 567848 w 700284"/>
              <a:gd name="connsiteY3" fmla="*/ 326540 h 700855"/>
              <a:gd name="connsiteX4" fmla="*/ 370811 w 700284"/>
              <a:gd name="connsiteY4" fmla="*/ 497034 h 700855"/>
              <a:gd name="connsiteX5" fmla="*/ 365386 w 700284"/>
              <a:gd name="connsiteY5" fmla="*/ 508348 h 700855"/>
              <a:gd name="connsiteX6" fmla="*/ 366975 w 700284"/>
              <a:gd name="connsiteY6" fmla="*/ 621107 h 700855"/>
              <a:gd name="connsiteX7" fmla="*/ 359613 w 700284"/>
              <a:gd name="connsiteY7" fmla="*/ 636219 h 700855"/>
              <a:gd name="connsiteX8" fmla="*/ 281379 w 700284"/>
              <a:gd name="connsiteY8" fmla="*/ 697171 h 700855"/>
              <a:gd name="connsiteX9" fmla="*/ 270878 w 700284"/>
              <a:gd name="connsiteY9" fmla="*/ 693296 h 700855"/>
              <a:gd name="connsiteX10" fmla="*/ 249683 w 700284"/>
              <a:gd name="connsiteY10" fmla="*/ 594642 h 700855"/>
              <a:gd name="connsiteX11" fmla="*/ 222287 w 700284"/>
              <a:gd name="connsiteY11" fmla="*/ 596385 h 700855"/>
              <a:gd name="connsiteX12" fmla="*/ 199038 w 700284"/>
              <a:gd name="connsiteY12" fmla="*/ 606925 h 700855"/>
              <a:gd name="connsiteX13" fmla="*/ 176913 w 700284"/>
              <a:gd name="connsiteY13" fmla="*/ 606034 h 700855"/>
              <a:gd name="connsiteX14" fmla="*/ 132584 w 700284"/>
              <a:gd name="connsiteY14" fmla="*/ 570462 h 700855"/>
              <a:gd name="connsiteX15" fmla="*/ 93835 w 700284"/>
              <a:gd name="connsiteY15" fmla="*/ 523267 h 700855"/>
              <a:gd name="connsiteX16" fmla="*/ 92789 w 700284"/>
              <a:gd name="connsiteY16" fmla="*/ 500017 h 700855"/>
              <a:gd name="connsiteX17" fmla="*/ 104995 w 700284"/>
              <a:gd name="connsiteY17" fmla="*/ 472700 h 700855"/>
              <a:gd name="connsiteX18" fmla="*/ 106855 w 700284"/>
              <a:gd name="connsiteY18" fmla="*/ 457200 h 700855"/>
              <a:gd name="connsiteX19" fmla="*/ 98563 w 700284"/>
              <a:gd name="connsiteY19" fmla="*/ 448869 h 700855"/>
              <a:gd name="connsiteX20" fmla="*/ 7930 w 700284"/>
              <a:gd name="connsiteY20" fmla="*/ 429689 h 700855"/>
              <a:gd name="connsiteX21" fmla="*/ 3667 w 700284"/>
              <a:gd name="connsiteY21" fmla="*/ 418413 h 700855"/>
              <a:gd name="connsiteX22" fmla="*/ 62798 w 700284"/>
              <a:gd name="connsiteY22" fmla="*/ 342349 h 700855"/>
              <a:gd name="connsiteX23" fmla="*/ 80855 w 700284"/>
              <a:gd name="connsiteY23" fmla="*/ 333631 h 700855"/>
              <a:gd name="connsiteX24" fmla="*/ 190785 w 700284"/>
              <a:gd name="connsiteY24" fmla="*/ 335297 h 700855"/>
              <a:gd name="connsiteX25" fmla="*/ 201441 w 700284"/>
              <a:gd name="connsiteY25" fmla="*/ 329795 h 700855"/>
              <a:gd name="connsiteX26" fmla="*/ 367401 w 700284"/>
              <a:gd name="connsiteY26" fmla="*/ 137407 h 700855"/>
              <a:gd name="connsiteX27" fmla="*/ 517707 w 700284"/>
              <a:gd name="connsiteY27" fmla="*/ 35305 h 700855"/>
              <a:gd name="connsiteX28" fmla="*/ 691495 w 700284"/>
              <a:gd name="connsiteY28" fmla="*/ 43 h 700855"/>
              <a:gd name="connsiteX29" fmla="*/ 697888 w 700284"/>
              <a:gd name="connsiteY29" fmla="*/ 43 h 700855"/>
              <a:gd name="connsiteX30" fmla="*/ 700097 w 700284"/>
              <a:gd name="connsiteY30" fmla="*/ 857 h 700855"/>
              <a:gd name="connsiteX31" fmla="*/ 480857 w 700284"/>
              <a:gd name="connsiteY31" fmla="*/ 276554 h 700855"/>
              <a:gd name="connsiteX32" fmla="*/ 538356 w 700284"/>
              <a:gd name="connsiteY32" fmla="*/ 218404 h 700855"/>
              <a:gd name="connsiteX33" fmla="*/ 480183 w 700284"/>
              <a:gd name="connsiteY33" fmla="*/ 160932 h 700855"/>
              <a:gd name="connsiteX34" fmla="*/ 422734 w 700284"/>
              <a:gd name="connsiteY34" fmla="*/ 219128 h 700855"/>
              <a:gd name="connsiteX35" fmla="*/ 480857 w 700284"/>
              <a:gd name="connsiteY35" fmla="*/ 276399 h 700855"/>
              <a:gd name="connsiteX36" fmla="*/ 480857 w 700284"/>
              <a:gd name="connsiteY36" fmla="*/ 276554 h 70085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Lst>
            <a:rect l="l" t="t" r="r" b="b"/>
            <a:pathLst>
              <a:path w="700284" h="700855">
                <a:moveTo>
                  <a:pt x="700097" y="857"/>
                </a:moveTo>
                <a:cubicBezTo>
                  <a:pt x="699400" y="13838"/>
                  <a:pt x="699283" y="27323"/>
                  <a:pt x="697850" y="40730"/>
                </a:cubicBezTo>
                <a:cubicBezTo>
                  <a:pt x="693498" y="85476"/>
                  <a:pt x="683513" y="129495"/>
                  <a:pt x="668129" y="171739"/>
                </a:cubicBezTo>
                <a:cubicBezTo>
                  <a:pt x="646159" y="230753"/>
                  <a:pt x="613881" y="282947"/>
                  <a:pt x="567848" y="326540"/>
                </a:cubicBezTo>
                <a:cubicBezTo>
                  <a:pt x="504804" y="386406"/>
                  <a:pt x="437846" y="441701"/>
                  <a:pt x="370811" y="497034"/>
                </a:cubicBezTo>
                <a:cubicBezTo>
                  <a:pt x="367149" y="499599"/>
                  <a:pt x="365092" y="503888"/>
                  <a:pt x="365386" y="508348"/>
                </a:cubicBezTo>
                <a:cubicBezTo>
                  <a:pt x="366045" y="545935"/>
                  <a:pt x="366277" y="583521"/>
                  <a:pt x="366975" y="621107"/>
                </a:cubicBezTo>
                <a:cubicBezTo>
                  <a:pt x="367370" y="627094"/>
                  <a:pt x="364568" y="632840"/>
                  <a:pt x="359613" y="636219"/>
                </a:cubicBezTo>
                <a:cubicBezTo>
                  <a:pt x="333418" y="656368"/>
                  <a:pt x="307457" y="676828"/>
                  <a:pt x="281379" y="697171"/>
                </a:cubicBezTo>
                <a:cubicBezTo>
                  <a:pt x="274404" y="702595"/>
                  <a:pt x="272777" y="702092"/>
                  <a:pt x="270878" y="693296"/>
                </a:cubicBezTo>
                <a:cubicBezTo>
                  <a:pt x="263748" y="660359"/>
                  <a:pt x="256735" y="627423"/>
                  <a:pt x="249683" y="594642"/>
                </a:cubicBezTo>
                <a:cubicBezTo>
                  <a:pt x="240809" y="590744"/>
                  <a:pt x="230595" y="591394"/>
                  <a:pt x="222287" y="596385"/>
                </a:cubicBezTo>
                <a:cubicBezTo>
                  <a:pt x="214809" y="600454"/>
                  <a:pt x="206439" y="602895"/>
                  <a:pt x="199038" y="606925"/>
                </a:cubicBezTo>
                <a:cubicBezTo>
                  <a:pt x="192203" y="611288"/>
                  <a:pt x="183376" y="610932"/>
                  <a:pt x="176913" y="606034"/>
                </a:cubicBezTo>
                <a:cubicBezTo>
                  <a:pt x="161684" y="594719"/>
                  <a:pt x="145914" y="583792"/>
                  <a:pt x="132584" y="570462"/>
                </a:cubicBezTo>
                <a:cubicBezTo>
                  <a:pt x="118666" y="555579"/>
                  <a:pt x="105724" y="539816"/>
                  <a:pt x="93835" y="523267"/>
                </a:cubicBezTo>
                <a:cubicBezTo>
                  <a:pt x="88628" y="516509"/>
                  <a:pt x="88209" y="507213"/>
                  <a:pt x="92789" y="500017"/>
                </a:cubicBezTo>
                <a:cubicBezTo>
                  <a:pt x="97517" y="491260"/>
                  <a:pt x="100539" y="481689"/>
                  <a:pt x="104995" y="472700"/>
                </a:cubicBezTo>
                <a:cubicBezTo>
                  <a:pt x="107413" y="467910"/>
                  <a:pt x="108068" y="462423"/>
                  <a:pt x="106855" y="457200"/>
                </a:cubicBezTo>
                <a:cubicBezTo>
                  <a:pt x="106541" y="452752"/>
                  <a:pt x="103011" y="449202"/>
                  <a:pt x="98563" y="448869"/>
                </a:cubicBezTo>
                <a:cubicBezTo>
                  <a:pt x="68339" y="442708"/>
                  <a:pt x="38154" y="436121"/>
                  <a:pt x="7930" y="429689"/>
                </a:cubicBezTo>
                <a:cubicBezTo>
                  <a:pt x="-1680" y="427635"/>
                  <a:pt x="-2300" y="426046"/>
                  <a:pt x="3667" y="418413"/>
                </a:cubicBezTo>
                <a:cubicBezTo>
                  <a:pt x="23429" y="393071"/>
                  <a:pt x="43346" y="368039"/>
                  <a:pt x="62798" y="342349"/>
                </a:cubicBezTo>
                <a:cubicBezTo>
                  <a:pt x="66808" y="336405"/>
                  <a:pt x="73706" y="333073"/>
                  <a:pt x="80855" y="333631"/>
                </a:cubicBezTo>
                <a:cubicBezTo>
                  <a:pt x="117511" y="334483"/>
                  <a:pt x="154167" y="334638"/>
                  <a:pt x="190785" y="335297"/>
                </a:cubicBezTo>
                <a:cubicBezTo>
                  <a:pt x="195055" y="335448"/>
                  <a:pt x="199092" y="333363"/>
                  <a:pt x="201441" y="329795"/>
                </a:cubicBezTo>
                <a:cubicBezTo>
                  <a:pt x="255224" y="264348"/>
                  <a:pt x="309549" y="199367"/>
                  <a:pt x="367401" y="137407"/>
                </a:cubicBezTo>
                <a:cubicBezTo>
                  <a:pt x="409164" y="92478"/>
                  <a:pt x="460549" y="57574"/>
                  <a:pt x="517707" y="35305"/>
                </a:cubicBezTo>
                <a:cubicBezTo>
                  <a:pt x="573129" y="13485"/>
                  <a:pt x="631950" y="1551"/>
                  <a:pt x="691495" y="43"/>
                </a:cubicBezTo>
                <a:cubicBezTo>
                  <a:pt x="693626" y="43"/>
                  <a:pt x="695757" y="43"/>
                  <a:pt x="697888" y="43"/>
                </a:cubicBezTo>
                <a:cubicBezTo>
                  <a:pt x="698160" y="-422"/>
                  <a:pt x="698547" y="-73"/>
                  <a:pt x="700097" y="857"/>
                </a:cubicBezTo>
                <a:moveTo>
                  <a:pt x="480857" y="276554"/>
                </a:moveTo>
                <a:cubicBezTo>
                  <a:pt x="512798" y="276383"/>
                  <a:pt x="538542" y="250344"/>
                  <a:pt x="538356" y="218404"/>
                </a:cubicBezTo>
                <a:cubicBezTo>
                  <a:pt x="538170" y="186467"/>
                  <a:pt x="512123" y="160730"/>
                  <a:pt x="480183" y="160932"/>
                </a:cubicBezTo>
                <a:cubicBezTo>
                  <a:pt x="448246" y="161129"/>
                  <a:pt x="422521" y="187192"/>
                  <a:pt x="422734" y="219128"/>
                </a:cubicBezTo>
                <a:cubicBezTo>
                  <a:pt x="423404" y="250809"/>
                  <a:pt x="449172" y="276197"/>
                  <a:pt x="480857" y="276399"/>
                </a:cubicBezTo>
                <a:lnTo>
                  <a:pt x="480857" y="276554"/>
                </a:lnTo>
              </a:path>
            </a:pathLst>
          </a:custGeom>
          <a:solidFill>
            <a:schemeClr val="accent1"/>
          </a:solidFill>
          <a:ln w="3841" cap="flat">
            <a:noFill/>
            <a:prstDash val="solid"/>
            <a:miter/>
          </a:ln>
        </p:spPr>
        <p:txBody>
          <a:bodyPr rtlCol="0" anchor="ctr"/>
          <a:lstStyle/>
          <a:p>
            <a:endParaRPr lang="zh-CN" altLang="en-US"/>
          </a:p>
        </p:txBody>
      </p:sp>
      <p:sp>
        <p:nvSpPr>
          <p:cNvPr id="9" name="任意多边形: 形状 8"/>
          <p:cNvSpPr/>
          <p:nvPr>
            <p:custDataLst>
              <p:tags r:id="rId9"/>
            </p:custDataLst>
          </p:nvPr>
        </p:nvSpPr>
        <p:spPr>
          <a:xfrm rot="21120000">
            <a:off x="10737633" y="2108170"/>
            <a:ext cx="197959" cy="198238"/>
          </a:xfrm>
          <a:custGeom>
            <a:avLst/>
            <a:gdLst>
              <a:gd name="connsiteX0" fmla="*/ 197772 w 197959"/>
              <a:gd name="connsiteY0" fmla="*/ 122284 h 198238"/>
              <a:gd name="connsiteX1" fmla="*/ 154 w 197959"/>
              <a:gd name="connsiteY1" fmla="*/ 198077 h 198238"/>
              <a:gd name="connsiteX2" fmla="*/ 19179 w 197959"/>
              <a:gd name="connsiteY2" fmla="*/ 74081 h 198238"/>
              <a:gd name="connsiteX3" fmla="*/ 75946 w 197959"/>
              <a:gd name="connsiteY3" fmla="*/ -162 h 198238"/>
              <a:gd name="connsiteX4" fmla="*/ 81410 w 197959"/>
              <a:gd name="connsiteY4" fmla="*/ 9216 h 198238"/>
              <a:gd name="connsiteX5" fmla="*/ 81138 w 197959"/>
              <a:gd name="connsiteY5" fmla="*/ 15415 h 198238"/>
              <a:gd name="connsiteX6" fmla="*/ 47543 w 197959"/>
              <a:gd name="connsiteY6" fmla="*/ 142937 h 198238"/>
              <a:gd name="connsiteX7" fmla="*/ 52813 w 197959"/>
              <a:gd name="connsiteY7" fmla="*/ 150067 h 198238"/>
              <a:gd name="connsiteX8" fmla="*/ 173476 w 197959"/>
              <a:gd name="connsiteY8" fmla="*/ 122168 h 198238"/>
              <a:gd name="connsiteX9" fmla="*/ 175879 w 197959"/>
              <a:gd name="connsiteY9" fmla="*/ 120657 h 198238"/>
              <a:gd name="connsiteX10" fmla="*/ 197772 w 197959"/>
              <a:gd name="connsiteY10" fmla="*/ 122284 h 1982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97959" h="198238">
                <a:moveTo>
                  <a:pt x="197772" y="122284"/>
                </a:moveTo>
                <a:cubicBezTo>
                  <a:pt x="146507" y="186026"/>
                  <a:pt x="76217" y="197883"/>
                  <a:pt x="154" y="198077"/>
                </a:cubicBezTo>
                <a:cubicBezTo>
                  <a:pt x="-1629" y="154601"/>
                  <a:pt x="3409" y="113488"/>
                  <a:pt x="19179" y="74081"/>
                </a:cubicBezTo>
                <a:cubicBezTo>
                  <a:pt x="30684" y="44454"/>
                  <a:pt x="50368" y="18705"/>
                  <a:pt x="75946" y="-162"/>
                </a:cubicBezTo>
                <a:cubicBezTo>
                  <a:pt x="78007" y="2818"/>
                  <a:pt x="79836" y="5953"/>
                  <a:pt x="81410" y="9216"/>
                </a:cubicBezTo>
                <a:cubicBezTo>
                  <a:pt x="82188" y="11230"/>
                  <a:pt x="82088" y="13478"/>
                  <a:pt x="81138" y="15415"/>
                </a:cubicBezTo>
                <a:cubicBezTo>
                  <a:pt x="54712" y="53931"/>
                  <a:pt x="47621" y="97485"/>
                  <a:pt x="47543" y="142937"/>
                </a:cubicBezTo>
                <a:cubicBezTo>
                  <a:pt x="47543" y="146618"/>
                  <a:pt x="47311" y="150028"/>
                  <a:pt x="52813" y="150067"/>
                </a:cubicBezTo>
                <a:cubicBezTo>
                  <a:pt x="95437" y="150377"/>
                  <a:pt x="136161" y="144022"/>
                  <a:pt x="173476" y="122168"/>
                </a:cubicBezTo>
                <a:cubicBezTo>
                  <a:pt x="174290" y="121703"/>
                  <a:pt x="175104" y="121160"/>
                  <a:pt x="175879" y="120657"/>
                </a:cubicBezTo>
                <a:cubicBezTo>
                  <a:pt x="186380" y="113721"/>
                  <a:pt x="186341" y="113721"/>
                  <a:pt x="197772" y="122284"/>
                </a:cubicBezTo>
                <a:close/>
              </a:path>
            </a:pathLst>
          </a:custGeom>
          <a:solidFill>
            <a:schemeClr val="accent1"/>
          </a:solidFill>
          <a:ln w="3841" cap="flat">
            <a:noFill/>
            <a:prstDash val="solid"/>
            <a:miter/>
          </a:ln>
        </p:spPr>
        <p:txBody>
          <a:bodyPr rtlCol="0" anchor="ctr"/>
          <a:lstStyle/>
          <a:p>
            <a:endParaRPr lang="zh-CN" altLang="en-US"/>
          </a:p>
        </p:txBody>
      </p:sp>
      <p:pic>
        <p:nvPicPr>
          <p:cNvPr id="22" name="图形 21" descr="333438303937363b333438313037303bb6a8cebbb2fac6b7"/>
          <p:cNvPicPr>
            <a:picLocks noChangeAspect="1"/>
          </p:cNvPicPr>
          <p:nvPr>
            <p:custDataLst>
              <p:tags r:id="rId10"/>
            </p:custDataLst>
          </p:nvPr>
        </p:nvPicPr>
        <p:blipFill>
          <a:blip r:embed="rId11">
            <a:extLst>
              <a:ext uri="{96DAC541-7B7A-43D3-8B79-37D633B846F1}">
                <asvg:svgBlip xmlns:asvg="http://schemas.microsoft.com/office/drawing/2016/SVG/main" r:embed="rId12"/>
              </a:ext>
            </a:extLst>
          </a:blip>
          <a:stretch>
            <a:fillRect/>
          </a:stretch>
        </p:blipFill>
        <p:spPr>
          <a:xfrm>
            <a:off x="1817735" y="2991532"/>
            <a:ext cx="252000" cy="252000"/>
          </a:xfrm>
          <a:prstGeom prst="rect">
            <a:avLst/>
          </a:prstGeom>
        </p:spPr>
      </p:pic>
      <p:sp>
        <p:nvSpPr>
          <p:cNvPr id="6" name="椭圆 5"/>
          <p:cNvSpPr/>
          <p:nvPr>
            <p:custDataLst>
              <p:tags r:id="rId13"/>
            </p:custDataLst>
          </p:nvPr>
        </p:nvSpPr>
        <p:spPr>
          <a:xfrm>
            <a:off x="11121390" y="1686560"/>
            <a:ext cx="123190" cy="123190"/>
          </a:xfrm>
          <a:prstGeom prst="ellipse">
            <a:avLst/>
          </a:prstGeom>
          <a:solidFill>
            <a:srgbClr val="FFFFFF"/>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p>
        </p:txBody>
      </p:sp>
      <p:pic>
        <p:nvPicPr>
          <p:cNvPr id="25" name="图形 24" descr="333438303937363b333438313039323bcfeec4bfbcc6bbae"/>
          <p:cNvPicPr>
            <a:picLocks noChangeAspect="1"/>
          </p:cNvPicPr>
          <p:nvPr>
            <p:custDataLst>
              <p:tags r:id="rId14"/>
            </p:custDataLst>
          </p:nvPr>
        </p:nvPicPr>
        <p:blipFill>
          <a:blip r:embed="rId15">
            <a:extLst>
              <a:ext uri="{96DAC541-7B7A-43D3-8B79-37D633B846F1}">
                <asvg:svgBlip xmlns:asvg="http://schemas.microsoft.com/office/drawing/2016/SVG/main" r:embed="rId16"/>
              </a:ext>
            </a:extLst>
          </a:blip>
          <a:stretch>
            <a:fillRect/>
          </a:stretch>
        </p:blipFill>
        <p:spPr>
          <a:xfrm>
            <a:off x="5478730" y="4891038"/>
            <a:ext cx="216000" cy="216000"/>
          </a:xfrm>
          <a:prstGeom prst="rect">
            <a:avLst/>
          </a:prstGeom>
        </p:spPr>
      </p:pic>
      <p:pic>
        <p:nvPicPr>
          <p:cNvPr id="26" name="图形 25" descr="333438303937363b333438313035353bb2fac6b7c4a3d0cd"/>
          <p:cNvPicPr>
            <a:picLocks noChangeAspect="1"/>
          </p:cNvPicPr>
          <p:nvPr>
            <p:custDataLst>
              <p:tags r:id="rId17"/>
            </p:custDataLst>
          </p:nvPr>
        </p:nvPicPr>
        <p:blipFill>
          <a:blip r:embed="rId18">
            <a:extLst>
              <a:ext uri="{96DAC541-7B7A-43D3-8B79-37D633B846F1}">
                <asvg:svgBlip xmlns:asvg="http://schemas.microsoft.com/office/drawing/2016/SVG/main" r:embed="rId19"/>
              </a:ext>
            </a:extLst>
          </a:blip>
          <a:stretch>
            <a:fillRect/>
          </a:stretch>
        </p:blipFill>
        <p:spPr>
          <a:xfrm>
            <a:off x="3803600" y="3813443"/>
            <a:ext cx="216000" cy="216000"/>
          </a:xfrm>
          <a:prstGeom prst="rect">
            <a:avLst/>
          </a:prstGeom>
        </p:spPr>
      </p:pic>
      <p:pic>
        <p:nvPicPr>
          <p:cNvPr id="28" name="图形 27" descr="333438303937363b333438313038383bcfeec4bfd0a7c2ca"/>
          <p:cNvPicPr>
            <a:picLocks noChangeAspect="1"/>
          </p:cNvPicPr>
          <p:nvPr>
            <p:custDataLst>
              <p:tags r:id="rId20"/>
            </p:custDataLst>
          </p:nvPr>
        </p:nvPicPr>
        <p:blipFill>
          <a:blip r:embed="rId21">
            <a:extLst>
              <a:ext uri="{96DAC541-7B7A-43D3-8B79-37D633B846F1}">
                <asvg:svgBlip xmlns:asvg="http://schemas.microsoft.com/office/drawing/2016/SVG/main" r:embed="rId22"/>
              </a:ext>
            </a:extLst>
          </a:blip>
          <a:stretch>
            <a:fillRect/>
          </a:stretch>
        </p:blipFill>
        <p:spPr>
          <a:xfrm>
            <a:off x="7737938" y="4579447"/>
            <a:ext cx="288000" cy="288000"/>
          </a:xfrm>
          <a:prstGeom prst="rect">
            <a:avLst/>
          </a:prstGeom>
        </p:spPr>
      </p:pic>
      <p:pic>
        <p:nvPicPr>
          <p:cNvPr id="29" name="图形 28" descr="333438303937363b333438313038303bd7e9d6afbcdcb9b9"/>
          <p:cNvPicPr>
            <a:picLocks noChangeAspect="1"/>
          </p:cNvPicPr>
          <p:nvPr>
            <p:custDataLst>
              <p:tags r:id="rId23"/>
            </p:custDataLst>
          </p:nvPr>
        </p:nvPicPr>
        <p:blipFill>
          <a:blip r:embed="rId24">
            <a:extLst>
              <a:ext uri="{96DAC541-7B7A-43D3-8B79-37D633B846F1}">
                <asvg:svgBlip xmlns:asvg="http://schemas.microsoft.com/office/drawing/2016/SVG/main" r:embed="rId25"/>
              </a:ext>
            </a:extLst>
          </a:blip>
          <a:stretch>
            <a:fillRect/>
          </a:stretch>
        </p:blipFill>
        <p:spPr>
          <a:xfrm>
            <a:off x="9558606" y="3239403"/>
            <a:ext cx="216000" cy="216000"/>
          </a:xfrm>
          <a:prstGeom prst="rect">
            <a:avLst/>
          </a:prstGeom>
        </p:spPr>
      </p:pic>
      <p:sp>
        <p:nvSpPr>
          <p:cNvPr id="2" name="矩形 1"/>
          <p:cNvSpPr/>
          <p:nvPr>
            <p:custDataLst>
              <p:tags r:id="rId26"/>
            </p:custDataLst>
          </p:nvPr>
        </p:nvSpPr>
        <p:spPr>
          <a:xfrm>
            <a:off x="5909310" y="3354705"/>
            <a:ext cx="2850515" cy="967105"/>
          </a:xfrm>
          <a:prstGeom prst="rect">
            <a:avLst/>
          </a:prstGeom>
          <a:noFill/>
        </p:spPr>
        <p:txBody>
          <a:bodyPr wrap="square" lIns="0" tIns="0" rIns="0" bIns="0" rtlCol="0" anchor="t" anchorCtr="0">
            <a:noAutofit/>
          </a:bodyPr>
          <a:lstStyle/>
          <a:p>
            <a:pPr algn="just">
              <a:lnSpc>
                <a:spcPct val="150000"/>
              </a:lnSpc>
              <a:spcBef>
                <a:spcPct val="0"/>
              </a:spcBef>
              <a:spcAft>
                <a:spcPct val="0"/>
              </a:spcAft>
            </a:pPr>
            <a:r>
              <a:rPr lang="zh-CN" altLang="en-US" b="1">
                <a:ln>
                  <a:noFill/>
                  <a:prstDash val="sysDot"/>
                </a:ln>
                <a:solidFill>
                  <a:schemeClr val="tx1">
                    <a:lumMod val="85000"/>
                    <a:lumOff val="15000"/>
                  </a:schemeClr>
                </a:solidFill>
                <a:latin typeface="+mn-ea"/>
                <a:cs typeface="+mn-ea"/>
              </a:rPr>
              <a:t>安全管理人员</a:t>
            </a:r>
            <a:r>
              <a:rPr lang="zh-CN" altLang="en-US">
                <a:ln>
                  <a:noFill/>
                  <a:prstDash val="sysDot"/>
                </a:ln>
                <a:solidFill>
                  <a:schemeClr val="tx1">
                    <a:lumMod val="85000"/>
                    <a:lumOff val="15000"/>
                  </a:schemeClr>
                </a:solidFill>
                <a:latin typeface="+mn-ea"/>
                <a:cs typeface="+mn-ea"/>
              </a:rPr>
              <a:t>：监控门禁出入情况、审核访客申请、调取监控</a:t>
            </a:r>
            <a:endParaRPr lang="zh-CN" altLang="en-US">
              <a:ln>
                <a:noFill/>
                <a:prstDash val="sysDot"/>
              </a:ln>
              <a:solidFill>
                <a:schemeClr val="tx1">
                  <a:lumMod val="85000"/>
                  <a:lumOff val="15000"/>
                </a:schemeClr>
              </a:solidFill>
              <a:latin typeface="+mn-ea"/>
              <a:cs typeface="+mn-ea"/>
            </a:endParaRPr>
          </a:p>
        </p:txBody>
      </p:sp>
      <p:sp>
        <p:nvSpPr>
          <p:cNvPr id="5" name="矩形 4"/>
          <p:cNvSpPr/>
          <p:nvPr>
            <p:custDataLst>
              <p:tags r:id="rId27"/>
            </p:custDataLst>
          </p:nvPr>
        </p:nvSpPr>
        <p:spPr>
          <a:xfrm>
            <a:off x="3143885" y="1913255"/>
            <a:ext cx="2765425" cy="967105"/>
          </a:xfrm>
          <a:prstGeom prst="rect">
            <a:avLst/>
          </a:prstGeom>
          <a:noFill/>
        </p:spPr>
        <p:txBody>
          <a:bodyPr wrap="square" lIns="0" tIns="0" rIns="0" bIns="0" rtlCol="0" anchor="t" anchorCtr="0">
            <a:noAutofit/>
          </a:bodyPr>
          <a:lstStyle/>
          <a:p>
            <a:pPr algn="just">
              <a:lnSpc>
                <a:spcPct val="150000"/>
              </a:lnSpc>
              <a:spcBef>
                <a:spcPct val="0"/>
              </a:spcBef>
              <a:spcAft>
                <a:spcPct val="0"/>
              </a:spcAft>
            </a:pPr>
            <a:r>
              <a:rPr lang="zh-CN" altLang="en-US" b="1">
                <a:ln>
                  <a:noFill/>
                  <a:prstDash val="sysDot"/>
                </a:ln>
                <a:solidFill>
                  <a:schemeClr val="tx1">
                    <a:lumMod val="85000"/>
                    <a:lumOff val="15000"/>
                  </a:schemeClr>
                </a:solidFill>
                <a:latin typeface="+mn-ea"/>
                <a:cs typeface="+mn-ea"/>
              </a:rPr>
              <a:t>宿管人员</a:t>
            </a:r>
            <a:r>
              <a:rPr lang="zh-CN" altLang="en-US">
                <a:ln>
                  <a:noFill/>
                  <a:prstDash val="sysDot"/>
                </a:ln>
                <a:solidFill>
                  <a:schemeClr val="tx1">
                    <a:lumMod val="85000"/>
                    <a:lumOff val="15000"/>
                  </a:schemeClr>
                </a:solidFill>
                <a:latin typeface="+mn-ea"/>
                <a:cs typeface="+mn-ea"/>
              </a:rPr>
              <a:t>：管理宿舍分配、处理学生申请、审核费用缴纳情况、发布宿舍通知等。</a:t>
            </a:r>
            <a:endParaRPr lang="zh-CN" altLang="en-US">
              <a:ln>
                <a:noFill/>
                <a:prstDash val="sysDot"/>
              </a:ln>
              <a:solidFill>
                <a:schemeClr val="tx1">
                  <a:lumMod val="85000"/>
                  <a:lumOff val="15000"/>
                </a:schemeClr>
              </a:solidFill>
              <a:latin typeface="+mn-ea"/>
              <a:cs typeface="+mn-ea"/>
            </a:endParaRPr>
          </a:p>
        </p:txBody>
      </p:sp>
      <p:sp>
        <p:nvSpPr>
          <p:cNvPr id="11" name="矩形 10"/>
          <p:cNvSpPr/>
          <p:nvPr>
            <p:custDataLst>
              <p:tags r:id="rId28"/>
            </p:custDataLst>
          </p:nvPr>
        </p:nvSpPr>
        <p:spPr>
          <a:xfrm>
            <a:off x="464820" y="3630295"/>
            <a:ext cx="2842260" cy="967105"/>
          </a:xfrm>
          <a:prstGeom prst="rect">
            <a:avLst/>
          </a:prstGeom>
          <a:noFill/>
        </p:spPr>
        <p:txBody>
          <a:bodyPr wrap="square" lIns="0" tIns="0" rIns="0" bIns="0" rtlCol="0" anchor="t" anchorCtr="0">
            <a:noAutofit/>
          </a:bodyPr>
          <a:lstStyle/>
          <a:p>
            <a:pPr algn="just">
              <a:lnSpc>
                <a:spcPct val="150000"/>
              </a:lnSpc>
              <a:spcBef>
                <a:spcPct val="0"/>
              </a:spcBef>
              <a:spcAft>
                <a:spcPct val="0"/>
              </a:spcAft>
            </a:pPr>
            <a:r>
              <a:rPr lang="zh-CN" altLang="en-US" b="1">
                <a:ln>
                  <a:noFill/>
                  <a:prstDash val="sysDot"/>
                </a:ln>
                <a:solidFill>
                  <a:schemeClr val="tx1">
                    <a:lumMod val="85000"/>
                    <a:lumOff val="15000"/>
                  </a:schemeClr>
                </a:solidFill>
                <a:latin typeface="+mn-ea"/>
                <a:cs typeface="+mn-ea"/>
              </a:rPr>
              <a:t>学生</a:t>
            </a:r>
            <a:r>
              <a:rPr lang="zh-CN" altLang="en-US">
                <a:ln>
                  <a:noFill/>
                  <a:prstDash val="sysDot"/>
                </a:ln>
                <a:solidFill>
                  <a:schemeClr val="tx1">
                    <a:lumMod val="85000"/>
                    <a:lumOff val="15000"/>
                  </a:schemeClr>
                </a:solidFill>
                <a:latin typeface="+mn-ea"/>
                <a:cs typeface="+mn-ea"/>
              </a:rPr>
              <a:t>：登记个人信息、查询宿舍分配、提交换宿申请与维修申请、缴纳费用等。</a:t>
            </a:r>
            <a:endParaRPr lang="zh-CN" altLang="en-US">
              <a:ln>
                <a:noFill/>
                <a:prstDash val="sysDot"/>
              </a:ln>
              <a:solidFill>
                <a:schemeClr val="tx1">
                  <a:lumMod val="85000"/>
                  <a:lumOff val="15000"/>
                </a:schemeClr>
              </a:solidFill>
              <a:latin typeface="+mn-ea"/>
              <a:cs typeface="+mn-ea"/>
            </a:endParaRPr>
          </a:p>
        </p:txBody>
      </p:sp>
      <p:sp>
        <p:nvSpPr>
          <p:cNvPr id="13" name="矩形 12"/>
          <p:cNvSpPr/>
          <p:nvPr>
            <p:custDataLst>
              <p:tags r:id="rId29"/>
            </p:custDataLst>
          </p:nvPr>
        </p:nvSpPr>
        <p:spPr>
          <a:xfrm>
            <a:off x="3876675" y="5321935"/>
            <a:ext cx="3387090" cy="967105"/>
          </a:xfrm>
          <a:prstGeom prst="rect">
            <a:avLst/>
          </a:prstGeom>
          <a:noFill/>
        </p:spPr>
        <p:txBody>
          <a:bodyPr wrap="square" lIns="0" tIns="0" rIns="0" bIns="0" rtlCol="0" anchor="t" anchorCtr="0">
            <a:noAutofit/>
          </a:bodyPr>
          <a:lstStyle/>
          <a:p>
            <a:pPr algn="just">
              <a:lnSpc>
                <a:spcPct val="150000"/>
              </a:lnSpc>
              <a:spcBef>
                <a:spcPct val="0"/>
              </a:spcBef>
              <a:spcAft>
                <a:spcPct val="0"/>
              </a:spcAft>
            </a:pPr>
            <a:r>
              <a:rPr lang="zh-CN" altLang="en-US" b="1">
                <a:ln>
                  <a:noFill/>
                  <a:prstDash val="sysDot"/>
                </a:ln>
                <a:solidFill>
                  <a:schemeClr val="tx1">
                    <a:lumMod val="85000"/>
                    <a:lumOff val="15000"/>
                  </a:schemeClr>
                </a:solidFill>
                <a:latin typeface="+mn-ea"/>
                <a:cs typeface="+mn-ea"/>
              </a:rPr>
              <a:t>维修人员</a:t>
            </a:r>
            <a:r>
              <a:rPr lang="zh-CN" altLang="en-US">
                <a:ln>
                  <a:noFill/>
                  <a:prstDash val="sysDot"/>
                </a:ln>
                <a:solidFill>
                  <a:schemeClr val="tx1">
                    <a:lumMod val="85000"/>
                    <a:lumOff val="15000"/>
                  </a:schemeClr>
                </a:solidFill>
                <a:latin typeface="+mn-ea"/>
                <a:cs typeface="+mn-ea"/>
              </a:rPr>
              <a:t>：接收维修任务、更新维修进度、与学生沟通解决问题。</a:t>
            </a:r>
            <a:endParaRPr lang="zh-CN" altLang="en-US">
              <a:ln>
                <a:noFill/>
                <a:prstDash val="sysDot"/>
              </a:ln>
              <a:solidFill>
                <a:schemeClr val="tx1">
                  <a:lumMod val="85000"/>
                  <a:lumOff val="15000"/>
                </a:schemeClr>
              </a:solidFill>
              <a:latin typeface="+mn-ea"/>
              <a:cs typeface="+mn-ea"/>
            </a:endParaRPr>
          </a:p>
        </p:txBody>
      </p:sp>
      <p:sp>
        <p:nvSpPr>
          <p:cNvPr id="14" name="矩形 13"/>
          <p:cNvSpPr/>
          <p:nvPr>
            <p:custDataLst>
              <p:tags r:id="rId30"/>
            </p:custDataLst>
          </p:nvPr>
        </p:nvSpPr>
        <p:spPr>
          <a:xfrm>
            <a:off x="9322435" y="3813175"/>
            <a:ext cx="2143125" cy="967105"/>
          </a:xfrm>
          <a:prstGeom prst="rect">
            <a:avLst/>
          </a:prstGeom>
          <a:noFill/>
        </p:spPr>
        <p:txBody>
          <a:bodyPr wrap="square" lIns="0" tIns="0" rIns="0" bIns="0" rtlCol="0" anchor="t" anchorCtr="0">
            <a:noAutofit/>
          </a:bodyPr>
          <a:lstStyle/>
          <a:p>
            <a:pPr algn="just">
              <a:lnSpc>
                <a:spcPct val="150000"/>
              </a:lnSpc>
              <a:spcBef>
                <a:spcPct val="0"/>
              </a:spcBef>
              <a:spcAft>
                <a:spcPct val="0"/>
              </a:spcAft>
            </a:pPr>
            <a:r>
              <a:rPr lang="zh-CN" altLang="en-US" b="1">
                <a:ln>
                  <a:noFill/>
                  <a:prstDash val="sysDot"/>
                </a:ln>
                <a:solidFill>
                  <a:schemeClr val="tx1">
                    <a:lumMod val="85000"/>
                    <a:lumOff val="15000"/>
                  </a:schemeClr>
                </a:solidFill>
                <a:latin typeface="+mn-ea"/>
                <a:cs typeface="+mn-ea"/>
              </a:rPr>
              <a:t>外来人员</a:t>
            </a:r>
            <a:r>
              <a:rPr lang="zh-CN" altLang="en-US">
                <a:ln>
                  <a:noFill/>
                  <a:prstDash val="sysDot"/>
                </a:ln>
                <a:solidFill>
                  <a:schemeClr val="tx1">
                    <a:lumMod val="85000"/>
                    <a:lumOff val="15000"/>
                  </a:schemeClr>
                </a:solidFill>
                <a:latin typeface="+mn-ea"/>
                <a:cs typeface="+mn-ea"/>
              </a:rPr>
              <a:t>：提交访客申请。</a:t>
            </a:r>
            <a:endParaRPr lang="zh-CN" altLang="en-US">
              <a:ln>
                <a:noFill/>
                <a:prstDash val="sysDot"/>
              </a:ln>
              <a:solidFill>
                <a:schemeClr val="tx1">
                  <a:lumMod val="85000"/>
                  <a:lumOff val="15000"/>
                </a:schemeClr>
              </a:solidFill>
              <a:latin typeface="+mn-ea"/>
              <a:cs typeface="+mn-ea"/>
            </a:endParaRPr>
          </a:p>
        </p:txBody>
      </p:sp>
    </p:spTree>
    <p:custDataLst>
      <p:tags r:id="rId31"/>
    </p:custData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任意多边形 15"/>
          <p:cNvSpPr/>
          <p:nvPr>
            <p:custDataLst>
              <p:tags r:id="rId1"/>
            </p:custDataLst>
          </p:nvPr>
        </p:nvSpPr>
        <p:spPr>
          <a:xfrm flipH="1">
            <a:off x="461645" y="2720340"/>
            <a:ext cx="2912745" cy="1269365"/>
          </a:xfrm>
          <a:custGeom>
            <a:avLst/>
            <a:gdLst>
              <a:gd name="adj" fmla="val 50000"/>
              <a:gd name="a" fmla="pin 0 adj 50000"/>
              <a:gd name="x1" fmla="*/ ss a 100000"/>
              <a:gd name="x2" fmla="+- r 0 x1"/>
              <a:gd name="y2" fmla="+- b 0 x1"/>
              <a:gd name="il" fmla="*/ x1 29289 100000"/>
              <a:gd name="ir" fmla="+- r 0 il"/>
              <a:gd name="ib" fmla="+- b 0 il"/>
            </a:gdLst>
            <a:ahLst/>
            <a:cxnLst>
              <a:cxn ang="3">
                <a:pos x="hc" y="t"/>
              </a:cxn>
              <a:cxn ang="cd2">
                <a:pos x="l" y="vc"/>
              </a:cxn>
              <a:cxn ang="cd4">
                <a:pos x="hc" y="b"/>
              </a:cxn>
              <a:cxn ang="0">
                <a:pos x="r" y="vc"/>
              </a:cxn>
            </a:cxnLst>
            <a:rect l="l" t="t" r="r" b="b"/>
            <a:pathLst>
              <a:path w="3925" h="1307">
                <a:moveTo>
                  <a:pt x="525" y="0"/>
                </a:moveTo>
                <a:lnTo>
                  <a:pt x="3400" y="0"/>
                </a:lnTo>
                <a:cubicBezTo>
                  <a:pt x="3690" y="0"/>
                  <a:pt x="3925" y="235"/>
                  <a:pt x="3925" y="525"/>
                </a:cubicBezTo>
                <a:cubicBezTo>
                  <a:pt x="3925" y="815"/>
                  <a:pt x="3690" y="1050"/>
                  <a:pt x="3400" y="1050"/>
                </a:cubicBezTo>
                <a:lnTo>
                  <a:pt x="1039" y="1050"/>
                </a:lnTo>
                <a:lnTo>
                  <a:pt x="782" y="1307"/>
                </a:lnTo>
                <a:lnTo>
                  <a:pt x="782" y="1050"/>
                </a:lnTo>
                <a:lnTo>
                  <a:pt x="525" y="1050"/>
                </a:lnTo>
                <a:cubicBezTo>
                  <a:pt x="235" y="1050"/>
                  <a:pt x="0" y="815"/>
                  <a:pt x="0" y="525"/>
                </a:cubicBezTo>
                <a:cubicBezTo>
                  <a:pt x="0" y="235"/>
                  <a:pt x="235" y="0"/>
                  <a:pt x="525" y="0"/>
                </a:cubicBezTo>
                <a:close/>
              </a:path>
            </a:pathLst>
          </a:custGeom>
          <a:solidFill>
            <a:srgbClr val="FFFFFF">
              <a:alpha val="60000"/>
            </a:srgbClr>
          </a:solidFill>
          <a:ln>
            <a:gradFill>
              <a:gsLst>
                <a:gs pos="0">
                  <a:schemeClr val="accent1">
                    <a:lumMod val="20000"/>
                    <a:lumOff val="80000"/>
                  </a:schemeClr>
                </a:gs>
                <a:gs pos="100000">
                  <a:schemeClr val="accent1">
                    <a:lumMod val="20000"/>
                    <a:lumOff val="80000"/>
                  </a:schemeClr>
                </a:gs>
                <a:gs pos="50000">
                  <a:schemeClr val="accent1">
                    <a:alpha val="90000"/>
                  </a:schemeClr>
                </a:gs>
              </a:gsLst>
              <a:lin ang="0" scaled="0"/>
            </a:gradFill>
          </a:ln>
          <a:effectLst>
            <a:outerShdw blurRad="63500" dist="50800" dir="5400000" algn="t" rotWithShape="0">
              <a:schemeClr val="accent1">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lIns="107950" tIns="144145" rIns="107950" bIns="288290" numCol="1" spcCol="0" rtlCol="0" fromWordArt="0" anchor="ctr" anchorCtr="0" forceAA="0" compatLnSpc="1">
            <a:noAutofit/>
          </a:bodyPr>
          <a:lstStyle/>
          <a:p>
            <a:pPr lvl="0" algn="ctr">
              <a:spcBef>
                <a:spcPct val="0"/>
              </a:spcBef>
              <a:spcAft>
                <a:spcPct val="0"/>
              </a:spcAft>
              <a:buClrTx/>
              <a:buSzTx/>
              <a:buFontTx/>
            </a:pPr>
            <a:r>
              <a:rPr lang="en-US" altLang="zh-CN" sz="2400" b="1" dirty="0">
                <a:solidFill>
                  <a:schemeClr val="accent1">
                    <a:alpha val="70000"/>
                  </a:schemeClr>
                </a:solidFill>
                <a:uFillTx/>
                <a:latin typeface="+mn-ea"/>
                <a:cs typeface="+mn-ea"/>
                <a:sym typeface="+mn-ea"/>
              </a:rPr>
              <a:t>安全性</a:t>
            </a:r>
            <a:endParaRPr lang="en-US" altLang="zh-CN" sz="2400" b="1" dirty="0">
              <a:solidFill>
                <a:schemeClr val="accent1">
                  <a:alpha val="70000"/>
                </a:schemeClr>
              </a:solidFill>
              <a:uFillTx/>
              <a:latin typeface="+mn-ea"/>
              <a:cs typeface="+mn-ea"/>
              <a:sym typeface="+mn-ea"/>
            </a:endParaRPr>
          </a:p>
        </p:txBody>
      </p:sp>
      <p:sp>
        <p:nvSpPr>
          <p:cNvPr id="15" name="任意多边形 14"/>
          <p:cNvSpPr/>
          <p:nvPr>
            <p:custDataLst>
              <p:tags r:id="rId2"/>
            </p:custDataLst>
          </p:nvPr>
        </p:nvSpPr>
        <p:spPr>
          <a:xfrm flipH="1">
            <a:off x="7769225" y="3572510"/>
            <a:ext cx="3208655" cy="1280160"/>
          </a:xfrm>
          <a:custGeom>
            <a:avLst/>
            <a:gdLst>
              <a:gd name="adj" fmla="val 50000"/>
              <a:gd name="a" fmla="pin 0 adj 50000"/>
              <a:gd name="x1" fmla="*/ ss a 100000"/>
              <a:gd name="x2" fmla="+- r 0 x1"/>
              <a:gd name="y2" fmla="+- b 0 x1"/>
              <a:gd name="il" fmla="*/ x1 29289 100000"/>
              <a:gd name="ir" fmla="+- r 0 il"/>
              <a:gd name="ib" fmla="+- b 0 il"/>
            </a:gdLst>
            <a:ahLst/>
            <a:cxnLst>
              <a:cxn ang="3">
                <a:pos x="hc" y="t"/>
              </a:cxn>
              <a:cxn ang="cd2">
                <a:pos x="l" y="vc"/>
              </a:cxn>
              <a:cxn ang="cd4">
                <a:pos x="hc" y="b"/>
              </a:cxn>
              <a:cxn ang="0">
                <a:pos x="r" y="vc"/>
              </a:cxn>
            </a:cxnLst>
            <a:rect l="l" t="t" r="r" b="b"/>
            <a:pathLst>
              <a:path w="3925" h="1307">
                <a:moveTo>
                  <a:pt x="525" y="0"/>
                </a:moveTo>
                <a:lnTo>
                  <a:pt x="3400" y="0"/>
                </a:lnTo>
                <a:cubicBezTo>
                  <a:pt x="3690" y="0"/>
                  <a:pt x="3925" y="235"/>
                  <a:pt x="3925" y="525"/>
                </a:cubicBezTo>
                <a:cubicBezTo>
                  <a:pt x="3925" y="815"/>
                  <a:pt x="3690" y="1050"/>
                  <a:pt x="3400" y="1050"/>
                </a:cubicBezTo>
                <a:lnTo>
                  <a:pt x="1039" y="1050"/>
                </a:lnTo>
                <a:lnTo>
                  <a:pt x="782" y="1307"/>
                </a:lnTo>
                <a:lnTo>
                  <a:pt x="782" y="1050"/>
                </a:lnTo>
                <a:lnTo>
                  <a:pt x="525" y="1050"/>
                </a:lnTo>
                <a:cubicBezTo>
                  <a:pt x="235" y="1050"/>
                  <a:pt x="0" y="815"/>
                  <a:pt x="0" y="525"/>
                </a:cubicBezTo>
                <a:cubicBezTo>
                  <a:pt x="0" y="235"/>
                  <a:pt x="235" y="0"/>
                  <a:pt x="525" y="0"/>
                </a:cubicBezTo>
                <a:close/>
              </a:path>
            </a:pathLst>
          </a:custGeom>
          <a:solidFill>
            <a:srgbClr val="FFFFFF">
              <a:alpha val="60000"/>
            </a:srgbClr>
          </a:solidFill>
          <a:ln>
            <a:gradFill>
              <a:gsLst>
                <a:gs pos="0">
                  <a:schemeClr val="accent1">
                    <a:lumMod val="20000"/>
                    <a:lumOff val="80000"/>
                  </a:schemeClr>
                </a:gs>
                <a:gs pos="100000">
                  <a:schemeClr val="accent1">
                    <a:lumMod val="20000"/>
                    <a:lumOff val="80000"/>
                  </a:schemeClr>
                </a:gs>
                <a:gs pos="50000">
                  <a:schemeClr val="accent1">
                    <a:alpha val="90000"/>
                  </a:schemeClr>
                </a:gs>
              </a:gsLst>
              <a:lin ang="0" scaled="0"/>
            </a:gradFill>
          </a:ln>
          <a:effectLst>
            <a:outerShdw blurRad="63500" dist="50800" dir="5400000" algn="t" rotWithShape="0">
              <a:schemeClr val="accent1">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lIns="107950" tIns="179705" rIns="107950" bIns="288290" numCol="1" spcCol="0" rtlCol="0" fromWordArt="0" anchor="ctr" anchorCtr="0" forceAA="0" compatLnSpc="1">
            <a:noAutofit/>
          </a:bodyPr>
          <a:lstStyle/>
          <a:p>
            <a:pPr lvl="0" algn="ctr">
              <a:spcBef>
                <a:spcPct val="0"/>
              </a:spcBef>
              <a:spcAft>
                <a:spcPct val="0"/>
              </a:spcAft>
              <a:buClrTx/>
              <a:buSzTx/>
              <a:buFontTx/>
            </a:pPr>
            <a:r>
              <a:rPr lang="zh-CN" altLang="en-US" sz="2400" b="1" dirty="0">
                <a:solidFill>
                  <a:schemeClr val="accent1">
                    <a:alpha val="80000"/>
                  </a:schemeClr>
                </a:solidFill>
                <a:uFillTx/>
                <a:latin typeface="+mn-ea"/>
                <a:cs typeface="+mn-ea"/>
                <a:sym typeface="+mn-ea"/>
              </a:rPr>
              <a:t>建立良好的反馈机制</a:t>
            </a:r>
            <a:endParaRPr lang="zh-CN" altLang="en-US" sz="2400" b="1" dirty="0">
              <a:solidFill>
                <a:schemeClr val="accent1">
                  <a:alpha val="80000"/>
                </a:schemeClr>
              </a:solidFill>
              <a:uFillTx/>
              <a:latin typeface="+mn-ea"/>
              <a:cs typeface="+mn-ea"/>
              <a:sym typeface="+mn-ea"/>
            </a:endParaRPr>
          </a:p>
        </p:txBody>
      </p:sp>
      <p:sp>
        <p:nvSpPr>
          <p:cNvPr id="9" name="任意多边形 8"/>
          <p:cNvSpPr/>
          <p:nvPr>
            <p:custDataLst>
              <p:tags r:id="rId3"/>
            </p:custDataLst>
          </p:nvPr>
        </p:nvSpPr>
        <p:spPr>
          <a:xfrm flipH="1">
            <a:off x="5636895" y="1515745"/>
            <a:ext cx="2707005" cy="753745"/>
          </a:xfrm>
          <a:custGeom>
            <a:avLst/>
            <a:gdLst>
              <a:gd name="adj" fmla="val 50000"/>
              <a:gd name="a" fmla="pin 0 adj 50000"/>
              <a:gd name="x1" fmla="*/ ss a 100000"/>
              <a:gd name="x2" fmla="+- r 0 x1"/>
              <a:gd name="y2" fmla="+- b 0 x1"/>
              <a:gd name="il" fmla="*/ x1 29289 100000"/>
              <a:gd name="ir" fmla="+- r 0 il"/>
              <a:gd name="ib" fmla="+- b 0 il"/>
            </a:gdLst>
            <a:ahLst/>
            <a:cxnLst>
              <a:cxn ang="3">
                <a:pos x="hc" y="t"/>
              </a:cxn>
              <a:cxn ang="cd2">
                <a:pos x="l" y="vc"/>
              </a:cxn>
              <a:cxn ang="cd4">
                <a:pos x="hc" y="b"/>
              </a:cxn>
              <a:cxn ang="0">
                <a:pos x="r" y="vc"/>
              </a:cxn>
            </a:cxnLst>
            <a:rect l="l" t="t" r="r" b="b"/>
            <a:pathLst>
              <a:path w="8445" h="2302">
                <a:moveTo>
                  <a:pt x="900" y="0"/>
                </a:moveTo>
                <a:lnTo>
                  <a:pt x="7545" y="0"/>
                </a:lnTo>
                <a:cubicBezTo>
                  <a:pt x="8042" y="0"/>
                  <a:pt x="8445" y="403"/>
                  <a:pt x="8445" y="900"/>
                </a:cubicBezTo>
                <a:cubicBezTo>
                  <a:pt x="8445" y="1397"/>
                  <a:pt x="8042" y="1800"/>
                  <a:pt x="7545" y="1800"/>
                </a:cubicBezTo>
                <a:lnTo>
                  <a:pt x="2223" y="1800"/>
                </a:lnTo>
                <a:lnTo>
                  <a:pt x="1721" y="2302"/>
                </a:lnTo>
                <a:lnTo>
                  <a:pt x="1721" y="1800"/>
                </a:lnTo>
                <a:lnTo>
                  <a:pt x="900" y="1800"/>
                </a:lnTo>
                <a:cubicBezTo>
                  <a:pt x="403" y="1800"/>
                  <a:pt x="0" y="1397"/>
                  <a:pt x="0" y="900"/>
                </a:cubicBezTo>
                <a:cubicBezTo>
                  <a:pt x="0" y="403"/>
                  <a:pt x="403" y="0"/>
                  <a:pt x="900" y="0"/>
                </a:cubicBezTo>
                <a:close/>
              </a:path>
            </a:pathLst>
          </a:custGeom>
          <a:solidFill>
            <a:srgbClr val="FFFFFF">
              <a:alpha val="40000"/>
            </a:srgbClr>
          </a:solidFill>
          <a:ln>
            <a:gradFill>
              <a:gsLst>
                <a:gs pos="0">
                  <a:schemeClr val="accent1">
                    <a:lumMod val="20000"/>
                    <a:lumOff val="80000"/>
                  </a:schemeClr>
                </a:gs>
                <a:gs pos="100000">
                  <a:schemeClr val="accent1">
                    <a:lumMod val="20000"/>
                    <a:lumOff val="80000"/>
                  </a:schemeClr>
                </a:gs>
                <a:gs pos="50000">
                  <a:schemeClr val="accent1">
                    <a:alpha val="40000"/>
                  </a:schemeClr>
                </a:gs>
              </a:gsLst>
              <a:lin ang="0" scaled="0"/>
            </a:gradFill>
          </a:ln>
          <a:effectLst>
            <a:outerShdw blurRad="50800" dist="38100" dir="5400000" algn="t" rotWithShape="0">
              <a:schemeClr val="accent1">
                <a:alpha val="1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lIns="107950" tIns="144145" rIns="107950" bIns="179705" numCol="1" spcCol="0" rtlCol="0" fromWordArt="0" anchor="t" anchorCtr="0" forceAA="0" compatLnSpc="1">
            <a:noAutofit/>
          </a:bodyPr>
          <a:lstStyle/>
          <a:p>
            <a:pPr lvl="0" algn="ctr">
              <a:spcBef>
                <a:spcPct val="0"/>
              </a:spcBef>
              <a:spcAft>
                <a:spcPct val="0"/>
              </a:spcAft>
              <a:buClrTx/>
              <a:buSzTx/>
              <a:buFontTx/>
            </a:pPr>
            <a:r>
              <a:rPr lang="zh-CN" altLang="en-US" sz="2400" b="1" dirty="0">
                <a:solidFill>
                  <a:schemeClr val="accent1">
                    <a:alpha val="50000"/>
                  </a:schemeClr>
                </a:solidFill>
                <a:uFillTx/>
                <a:latin typeface="+mn-ea"/>
                <a:cs typeface="+mn-ea"/>
                <a:sym typeface="+mn-ea"/>
              </a:rPr>
              <a:t>高效性</a:t>
            </a:r>
            <a:endParaRPr lang="zh-CN" altLang="en-US" sz="2400" b="1" dirty="0">
              <a:solidFill>
                <a:schemeClr val="accent1">
                  <a:alpha val="50000"/>
                </a:schemeClr>
              </a:solidFill>
              <a:uFillTx/>
              <a:latin typeface="+mn-ea"/>
              <a:cs typeface="+mn-ea"/>
              <a:sym typeface="+mn-ea"/>
            </a:endParaRPr>
          </a:p>
        </p:txBody>
      </p:sp>
      <p:sp>
        <p:nvSpPr>
          <p:cNvPr id="4" name="任意多边形 3"/>
          <p:cNvSpPr/>
          <p:nvPr>
            <p:custDataLst>
              <p:tags r:id="rId4"/>
            </p:custDataLst>
          </p:nvPr>
        </p:nvSpPr>
        <p:spPr>
          <a:xfrm>
            <a:off x="3460115" y="2527935"/>
            <a:ext cx="5571490" cy="1461770"/>
          </a:xfrm>
          <a:custGeom>
            <a:avLst/>
            <a:gdLst>
              <a:gd name="adj" fmla="val 50000"/>
              <a:gd name="a" fmla="pin 0 adj 50000"/>
              <a:gd name="x1" fmla="*/ ss a 100000"/>
              <a:gd name="x2" fmla="+- r 0 x1"/>
              <a:gd name="y2" fmla="+- b 0 x1"/>
              <a:gd name="il" fmla="*/ x1 29289 100000"/>
              <a:gd name="ir" fmla="+- r 0 il"/>
              <a:gd name="ib" fmla="+- b 0 il"/>
            </a:gdLst>
            <a:ahLst/>
            <a:cxnLst>
              <a:cxn ang="3">
                <a:pos x="hc" y="t"/>
              </a:cxn>
              <a:cxn ang="cd2">
                <a:pos x="l" y="vc"/>
              </a:cxn>
              <a:cxn ang="cd4">
                <a:pos x="hc" y="b"/>
              </a:cxn>
              <a:cxn ang="0">
                <a:pos x="r" y="vc"/>
              </a:cxn>
            </a:cxnLst>
            <a:rect l="l" t="t" r="r" b="b"/>
            <a:pathLst>
              <a:path w="8445" h="2302">
                <a:moveTo>
                  <a:pt x="900" y="0"/>
                </a:moveTo>
                <a:lnTo>
                  <a:pt x="7545" y="0"/>
                </a:lnTo>
                <a:cubicBezTo>
                  <a:pt x="8042" y="0"/>
                  <a:pt x="8445" y="403"/>
                  <a:pt x="8445" y="900"/>
                </a:cubicBezTo>
                <a:cubicBezTo>
                  <a:pt x="8445" y="1397"/>
                  <a:pt x="8042" y="1800"/>
                  <a:pt x="7545" y="1800"/>
                </a:cubicBezTo>
                <a:lnTo>
                  <a:pt x="2223" y="1800"/>
                </a:lnTo>
                <a:lnTo>
                  <a:pt x="1721" y="2302"/>
                </a:lnTo>
                <a:lnTo>
                  <a:pt x="1721" y="1800"/>
                </a:lnTo>
                <a:lnTo>
                  <a:pt x="900" y="1800"/>
                </a:lnTo>
                <a:cubicBezTo>
                  <a:pt x="403" y="1800"/>
                  <a:pt x="0" y="1397"/>
                  <a:pt x="0" y="900"/>
                </a:cubicBezTo>
                <a:cubicBezTo>
                  <a:pt x="0" y="403"/>
                  <a:pt x="403" y="0"/>
                  <a:pt x="900" y="0"/>
                </a:cubicBezTo>
                <a:close/>
              </a:path>
            </a:pathLst>
          </a:custGeom>
          <a:gradFill>
            <a:gsLst>
              <a:gs pos="72000">
                <a:schemeClr val="accent1"/>
              </a:gs>
              <a:gs pos="0">
                <a:schemeClr val="accent1">
                  <a:lumMod val="90000"/>
                  <a:lumOff val="10000"/>
                </a:schemeClr>
              </a:gs>
            </a:gsLst>
            <a:path path="circle">
              <a:fillToRect r="100000" b="100000"/>
            </a:path>
            <a:tileRect l="-100000" t="-100000"/>
          </a:gradFill>
          <a:ln>
            <a:gradFill>
              <a:gsLst>
                <a:gs pos="0">
                  <a:srgbClr val="FFFFFF"/>
                </a:gs>
                <a:gs pos="100000">
                  <a:srgbClr val="FFFFFF"/>
                </a:gs>
                <a:gs pos="50000">
                  <a:schemeClr val="accent1">
                    <a:lumMod val="30000"/>
                    <a:lumOff val="70000"/>
                  </a:schemeClr>
                </a:gs>
              </a:gsLst>
              <a:lin ang="0" scaled="0"/>
            </a:gradFill>
          </a:ln>
          <a:effectLst>
            <a:outerShdw blurRad="63500" dist="50800" dir="5400000" algn="t" rotWithShape="0">
              <a:schemeClr val="accent1">
                <a:lumMod val="75000"/>
                <a:alpha val="3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lIns="360045" tIns="0" rIns="360000" bIns="288290" numCol="1" spcCol="0" rtlCol="0" fromWordArt="0" anchor="ctr" anchorCtr="0" forceAA="0" compatLnSpc="1">
            <a:noAutofit/>
          </a:bodyPr>
          <a:lstStyle/>
          <a:p>
            <a:pPr lvl="0" algn="ctr">
              <a:spcBef>
                <a:spcPct val="0"/>
              </a:spcBef>
              <a:spcAft>
                <a:spcPct val="0"/>
              </a:spcAft>
              <a:buClrTx/>
              <a:buSzTx/>
              <a:buFontTx/>
            </a:pPr>
            <a:r>
              <a:rPr lang="zh-CN" altLang="en-US" sz="2400" b="1" spc="300" dirty="0">
                <a:solidFill>
                  <a:schemeClr val="bg1"/>
                </a:solidFill>
                <a:latin typeface="+mn-ea"/>
                <a:sym typeface="+mn-ea"/>
              </a:rPr>
              <a:t>关键可用性目标</a:t>
            </a:r>
            <a:endParaRPr lang="zh-CN" altLang="en-US" sz="2400" b="1" spc="300" dirty="0">
              <a:solidFill>
                <a:schemeClr val="bg1"/>
              </a:solidFill>
              <a:effectLst>
                <a:outerShdw blurRad="50800" dist="38100" dir="5400000" algn="t" rotWithShape="0">
                  <a:schemeClr val="accent1">
                    <a:lumMod val="50000"/>
                    <a:alpha val="40000"/>
                  </a:schemeClr>
                </a:outerShdw>
              </a:effectLst>
              <a:uFillTx/>
              <a:latin typeface="+mn-ea"/>
              <a:cs typeface="+mn-ea"/>
              <a:sym typeface="+mn-ea"/>
            </a:endParaRPr>
          </a:p>
        </p:txBody>
      </p:sp>
      <p:sp>
        <p:nvSpPr>
          <p:cNvPr id="17" name="任意多边形 16"/>
          <p:cNvSpPr/>
          <p:nvPr>
            <p:custDataLst>
              <p:tags r:id="rId5"/>
            </p:custDataLst>
          </p:nvPr>
        </p:nvSpPr>
        <p:spPr>
          <a:xfrm>
            <a:off x="2380615" y="1033780"/>
            <a:ext cx="3110230" cy="1236345"/>
          </a:xfrm>
          <a:custGeom>
            <a:avLst/>
            <a:gdLst>
              <a:gd name="adj" fmla="val 50000"/>
              <a:gd name="a" fmla="pin 0 adj 50000"/>
              <a:gd name="x1" fmla="*/ ss a 100000"/>
              <a:gd name="x2" fmla="+- r 0 x1"/>
              <a:gd name="y2" fmla="+- b 0 x1"/>
              <a:gd name="il" fmla="*/ x1 29289 100000"/>
              <a:gd name="ir" fmla="+- r 0 il"/>
              <a:gd name="ib" fmla="+- b 0 il"/>
            </a:gdLst>
            <a:ahLst/>
            <a:cxnLst>
              <a:cxn ang="3">
                <a:pos x="hc" y="t"/>
              </a:cxn>
              <a:cxn ang="cd2">
                <a:pos x="l" y="vc"/>
              </a:cxn>
              <a:cxn ang="cd4">
                <a:pos x="hc" y="b"/>
              </a:cxn>
              <a:cxn ang="0">
                <a:pos x="r" y="vc"/>
              </a:cxn>
            </a:cxnLst>
            <a:rect l="l" t="t" r="r" b="b"/>
            <a:pathLst>
              <a:path w="8445" h="2302">
                <a:moveTo>
                  <a:pt x="900" y="0"/>
                </a:moveTo>
                <a:lnTo>
                  <a:pt x="7545" y="0"/>
                </a:lnTo>
                <a:cubicBezTo>
                  <a:pt x="8042" y="0"/>
                  <a:pt x="8445" y="403"/>
                  <a:pt x="8445" y="900"/>
                </a:cubicBezTo>
                <a:cubicBezTo>
                  <a:pt x="8445" y="1397"/>
                  <a:pt x="8042" y="1800"/>
                  <a:pt x="7545" y="1800"/>
                </a:cubicBezTo>
                <a:lnTo>
                  <a:pt x="2223" y="1800"/>
                </a:lnTo>
                <a:lnTo>
                  <a:pt x="1721" y="2302"/>
                </a:lnTo>
                <a:lnTo>
                  <a:pt x="1721" y="1800"/>
                </a:lnTo>
                <a:lnTo>
                  <a:pt x="900" y="1800"/>
                </a:lnTo>
                <a:cubicBezTo>
                  <a:pt x="403" y="1800"/>
                  <a:pt x="0" y="1397"/>
                  <a:pt x="0" y="900"/>
                </a:cubicBezTo>
                <a:cubicBezTo>
                  <a:pt x="0" y="403"/>
                  <a:pt x="403" y="0"/>
                  <a:pt x="900" y="0"/>
                </a:cubicBezTo>
                <a:close/>
              </a:path>
            </a:pathLst>
          </a:custGeom>
          <a:solidFill>
            <a:srgbClr val="FFFFFF">
              <a:alpha val="70000"/>
            </a:srgbClr>
          </a:solidFill>
          <a:ln>
            <a:gradFill>
              <a:gsLst>
                <a:gs pos="0">
                  <a:schemeClr val="accent1">
                    <a:lumMod val="20000"/>
                    <a:lumOff val="80000"/>
                  </a:schemeClr>
                </a:gs>
                <a:gs pos="100000">
                  <a:schemeClr val="accent1">
                    <a:lumMod val="20000"/>
                    <a:lumOff val="80000"/>
                  </a:schemeClr>
                </a:gs>
                <a:gs pos="50000">
                  <a:schemeClr val="accent1">
                    <a:alpha val="50000"/>
                  </a:schemeClr>
                </a:gs>
              </a:gsLst>
              <a:lin ang="0" scaled="0"/>
            </a:gradFill>
          </a:ln>
          <a:effectLst>
            <a:outerShdw blurRad="63500" dist="50800" dir="5400000" algn="t" rotWithShape="0">
              <a:schemeClr val="accent1">
                <a:alpha val="1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lIns="107950" tIns="71755" rIns="107950" bIns="252095" numCol="1" spcCol="0" rtlCol="0" fromWordArt="0" anchor="ctr" anchorCtr="0" forceAA="0" compatLnSpc="1">
            <a:noAutofit/>
          </a:bodyPr>
          <a:lstStyle/>
          <a:p>
            <a:pPr lvl="0" algn="ctr">
              <a:spcBef>
                <a:spcPct val="0"/>
              </a:spcBef>
              <a:spcAft>
                <a:spcPct val="0"/>
              </a:spcAft>
              <a:buClrTx/>
              <a:buSzTx/>
              <a:buFontTx/>
            </a:pPr>
            <a:r>
              <a:rPr lang="zh-CN" altLang="en-US" sz="2400" b="1">
                <a:solidFill>
                  <a:schemeClr val="accent1">
                    <a:alpha val="60000"/>
                  </a:schemeClr>
                </a:solidFill>
                <a:uFillTx/>
                <a:latin typeface="+mn-ea"/>
                <a:cs typeface="+mn-ea"/>
                <a:sym typeface="+mn-ea"/>
              </a:rPr>
              <a:t>用户友好性</a:t>
            </a:r>
            <a:endParaRPr lang="zh-CN" altLang="en-US" sz="2400" b="1">
              <a:solidFill>
                <a:schemeClr val="accent1">
                  <a:alpha val="60000"/>
                </a:schemeClr>
              </a:solidFill>
              <a:uFillTx/>
              <a:latin typeface="+mn-ea"/>
              <a:cs typeface="+mn-ea"/>
              <a:sym typeface="+mn-ea"/>
            </a:endParaRPr>
          </a:p>
        </p:txBody>
      </p:sp>
      <p:sp>
        <p:nvSpPr>
          <p:cNvPr id="22" name="任意多边形 21"/>
          <p:cNvSpPr/>
          <p:nvPr>
            <p:custDataLst>
              <p:tags r:id="rId6"/>
            </p:custDataLst>
          </p:nvPr>
        </p:nvSpPr>
        <p:spPr>
          <a:xfrm>
            <a:off x="8764270" y="1960245"/>
            <a:ext cx="1960880" cy="760095"/>
          </a:xfrm>
          <a:custGeom>
            <a:avLst/>
            <a:gdLst>
              <a:gd name="adj" fmla="val 50000"/>
              <a:gd name="a" fmla="pin 0 adj 50000"/>
              <a:gd name="x1" fmla="*/ ss a 100000"/>
              <a:gd name="x2" fmla="+- r 0 x1"/>
              <a:gd name="y2" fmla="+- b 0 x1"/>
              <a:gd name="il" fmla="*/ x1 29289 100000"/>
              <a:gd name="ir" fmla="+- r 0 il"/>
              <a:gd name="ib" fmla="+- b 0 il"/>
            </a:gdLst>
            <a:ahLst/>
            <a:cxnLst>
              <a:cxn ang="3">
                <a:pos x="hc" y="t"/>
              </a:cxn>
              <a:cxn ang="cd2">
                <a:pos x="l" y="vc"/>
              </a:cxn>
              <a:cxn ang="cd4">
                <a:pos x="hc" y="b"/>
              </a:cxn>
              <a:cxn ang="0">
                <a:pos x="r" y="vc"/>
              </a:cxn>
            </a:cxnLst>
            <a:rect l="l" t="t" r="r" b="b"/>
            <a:pathLst>
              <a:path w="2860" h="987">
                <a:moveTo>
                  <a:pt x="398" y="0"/>
                </a:moveTo>
                <a:lnTo>
                  <a:pt x="2463" y="0"/>
                </a:lnTo>
                <a:cubicBezTo>
                  <a:pt x="2682" y="0"/>
                  <a:pt x="2860" y="178"/>
                  <a:pt x="2860" y="398"/>
                </a:cubicBezTo>
                <a:cubicBezTo>
                  <a:pt x="2860" y="617"/>
                  <a:pt x="2682" y="795"/>
                  <a:pt x="2463" y="795"/>
                </a:cubicBezTo>
                <a:lnTo>
                  <a:pt x="774" y="795"/>
                </a:lnTo>
                <a:lnTo>
                  <a:pt x="582" y="987"/>
                </a:lnTo>
                <a:lnTo>
                  <a:pt x="582" y="795"/>
                </a:lnTo>
                <a:lnTo>
                  <a:pt x="398" y="795"/>
                </a:lnTo>
                <a:cubicBezTo>
                  <a:pt x="178" y="795"/>
                  <a:pt x="0" y="617"/>
                  <a:pt x="0" y="398"/>
                </a:cubicBezTo>
                <a:cubicBezTo>
                  <a:pt x="0" y="178"/>
                  <a:pt x="178" y="0"/>
                  <a:pt x="398" y="0"/>
                </a:cubicBezTo>
                <a:close/>
              </a:path>
            </a:pathLst>
          </a:custGeom>
          <a:solidFill>
            <a:srgbClr val="FFFFFF">
              <a:alpha val="20000"/>
            </a:srgbClr>
          </a:solidFill>
          <a:ln>
            <a:gradFill>
              <a:gsLst>
                <a:gs pos="0">
                  <a:schemeClr val="accent1">
                    <a:lumMod val="20000"/>
                    <a:lumOff val="80000"/>
                  </a:schemeClr>
                </a:gs>
                <a:gs pos="100000">
                  <a:schemeClr val="accent1">
                    <a:lumMod val="20000"/>
                    <a:lumOff val="80000"/>
                  </a:schemeClr>
                </a:gs>
                <a:gs pos="50000">
                  <a:schemeClr val="accent1">
                    <a:alpha val="40000"/>
                  </a:schemeClr>
                </a:gs>
              </a:gsLst>
              <a:lin ang="0" scaled="0"/>
            </a:gradFill>
          </a:ln>
          <a:effectLst>
            <a:outerShdw blurRad="50800" dist="38100" dir="5400000" algn="t" rotWithShape="0">
              <a:schemeClr val="accent1">
                <a:alpha val="1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lIns="107950" tIns="71755" rIns="107950" bIns="179705" numCol="1" spcCol="0" rtlCol="0" fromWordArt="0" anchor="ctr" anchorCtr="0" forceAA="0" compatLnSpc="1">
            <a:noAutofit/>
          </a:bodyPr>
          <a:lstStyle/>
          <a:p>
            <a:pPr lvl="0" algn="ctr">
              <a:spcBef>
                <a:spcPct val="0"/>
              </a:spcBef>
              <a:spcAft>
                <a:spcPct val="0"/>
              </a:spcAft>
              <a:buClrTx/>
              <a:buSzTx/>
              <a:buFontTx/>
            </a:pPr>
            <a:r>
              <a:rPr lang="zh-CN" altLang="en-US" sz="2400" b="1">
                <a:solidFill>
                  <a:schemeClr val="accent1">
                    <a:alpha val="50000"/>
                  </a:schemeClr>
                </a:solidFill>
                <a:uFillTx/>
                <a:latin typeface="+mn-ea"/>
                <a:cs typeface="+mn-ea"/>
                <a:sym typeface="+mn-ea"/>
              </a:rPr>
              <a:t>扩展性</a:t>
            </a:r>
            <a:endParaRPr lang="zh-CN" altLang="en-US" sz="2400" b="1">
              <a:solidFill>
                <a:schemeClr val="accent1">
                  <a:alpha val="50000"/>
                </a:schemeClr>
              </a:solidFill>
              <a:uFillTx/>
              <a:latin typeface="+mn-ea"/>
              <a:cs typeface="+mn-ea"/>
              <a:sym typeface="+mn-ea"/>
            </a:endParaRPr>
          </a:p>
        </p:txBody>
      </p:sp>
      <p:sp>
        <p:nvSpPr>
          <p:cNvPr id="10" name="任意多边形 9"/>
          <p:cNvSpPr/>
          <p:nvPr>
            <p:custDataLst>
              <p:tags r:id="rId7"/>
            </p:custDataLst>
          </p:nvPr>
        </p:nvSpPr>
        <p:spPr>
          <a:xfrm flipH="1">
            <a:off x="4190365" y="4093210"/>
            <a:ext cx="2496185" cy="852170"/>
          </a:xfrm>
          <a:custGeom>
            <a:avLst/>
            <a:gdLst>
              <a:gd name="adj" fmla="val 50000"/>
              <a:gd name="a" fmla="pin 0 adj 50000"/>
              <a:gd name="x1" fmla="*/ ss a 100000"/>
              <a:gd name="x2" fmla="+- r 0 x1"/>
              <a:gd name="y2" fmla="+- b 0 x1"/>
              <a:gd name="il" fmla="*/ x1 29289 100000"/>
              <a:gd name="ir" fmla="+- r 0 il"/>
              <a:gd name="ib" fmla="+- b 0 il"/>
            </a:gdLst>
            <a:ahLst/>
            <a:cxnLst>
              <a:cxn ang="3">
                <a:pos x="hc" y="t"/>
              </a:cxn>
              <a:cxn ang="cd2">
                <a:pos x="l" y="vc"/>
              </a:cxn>
              <a:cxn ang="cd4">
                <a:pos x="hc" y="b"/>
              </a:cxn>
              <a:cxn ang="0">
                <a:pos x="r" y="vc"/>
              </a:cxn>
            </a:cxnLst>
            <a:rect l="l" t="t" r="r" b="b"/>
            <a:pathLst>
              <a:path w="8445" h="2302">
                <a:moveTo>
                  <a:pt x="900" y="0"/>
                </a:moveTo>
                <a:lnTo>
                  <a:pt x="7545" y="0"/>
                </a:lnTo>
                <a:cubicBezTo>
                  <a:pt x="8042" y="0"/>
                  <a:pt x="8445" y="403"/>
                  <a:pt x="8445" y="900"/>
                </a:cubicBezTo>
                <a:cubicBezTo>
                  <a:pt x="8445" y="1397"/>
                  <a:pt x="8042" y="1800"/>
                  <a:pt x="7545" y="1800"/>
                </a:cubicBezTo>
                <a:lnTo>
                  <a:pt x="2223" y="1800"/>
                </a:lnTo>
                <a:lnTo>
                  <a:pt x="1721" y="2302"/>
                </a:lnTo>
                <a:lnTo>
                  <a:pt x="1721" y="1800"/>
                </a:lnTo>
                <a:lnTo>
                  <a:pt x="900" y="1800"/>
                </a:lnTo>
                <a:cubicBezTo>
                  <a:pt x="403" y="1800"/>
                  <a:pt x="0" y="1397"/>
                  <a:pt x="0" y="900"/>
                </a:cubicBezTo>
                <a:cubicBezTo>
                  <a:pt x="0" y="403"/>
                  <a:pt x="403" y="0"/>
                  <a:pt x="900" y="0"/>
                </a:cubicBezTo>
                <a:close/>
              </a:path>
            </a:pathLst>
          </a:custGeom>
          <a:solidFill>
            <a:srgbClr val="FFFFFF">
              <a:alpha val="40000"/>
            </a:srgbClr>
          </a:solidFill>
          <a:ln>
            <a:gradFill>
              <a:gsLst>
                <a:gs pos="0">
                  <a:schemeClr val="accent1">
                    <a:lumMod val="20000"/>
                    <a:lumOff val="80000"/>
                  </a:schemeClr>
                </a:gs>
                <a:gs pos="100000">
                  <a:schemeClr val="accent1">
                    <a:lumMod val="20000"/>
                    <a:lumOff val="80000"/>
                  </a:schemeClr>
                </a:gs>
                <a:gs pos="50000">
                  <a:schemeClr val="accent1">
                    <a:alpha val="40000"/>
                  </a:schemeClr>
                </a:gs>
              </a:gsLst>
              <a:lin ang="0" scaled="0"/>
            </a:gradFill>
          </a:ln>
          <a:effectLst>
            <a:outerShdw blurRad="50800" dist="38100" dir="5400000" algn="t" rotWithShape="0">
              <a:schemeClr val="accent1">
                <a:alpha val="1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lIns="107950" tIns="144145" rIns="107950" bIns="179705" numCol="1" spcCol="0" rtlCol="0" fromWordArt="0" anchor="t" anchorCtr="0" forceAA="0" compatLnSpc="1">
            <a:noAutofit/>
          </a:bodyPr>
          <a:lstStyle/>
          <a:p>
            <a:pPr lvl="0" algn="ctr">
              <a:spcBef>
                <a:spcPct val="0"/>
              </a:spcBef>
              <a:spcAft>
                <a:spcPct val="0"/>
              </a:spcAft>
              <a:buClrTx/>
              <a:buSzTx/>
              <a:buFontTx/>
            </a:pPr>
            <a:r>
              <a:rPr lang="zh-CN" altLang="en-US" sz="2400" b="1" dirty="0">
                <a:solidFill>
                  <a:schemeClr val="accent1">
                    <a:alpha val="50000"/>
                  </a:schemeClr>
                </a:solidFill>
                <a:uFillTx/>
                <a:latin typeface="+mn-ea"/>
                <a:cs typeface="+mn-ea"/>
                <a:sym typeface="+mn-ea"/>
              </a:rPr>
              <a:t>可靠性</a:t>
            </a:r>
            <a:endParaRPr lang="zh-CN" altLang="en-US" sz="2400" b="1" dirty="0">
              <a:solidFill>
                <a:schemeClr val="accent1">
                  <a:alpha val="50000"/>
                </a:schemeClr>
              </a:solidFill>
              <a:uFillTx/>
              <a:latin typeface="+mn-ea"/>
              <a:cs typeface="+mn-ea"/>
              <a:sym typeface="+mn-ea"/>
            </a:endParaRPr>
          </a:p>
        </p:txBody>
      </p:sp>
    </p:spTree>
    <p:custDataLst>
      <p:tags r:id="rId8"/>
    </p:custData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节编号"/>
          <p:cNvSpPr>
            <a:spLocks noGrp="1"/>
          </p:cNvSpPr>
          <p:nvPr>
            <p:ph type="body" sz="quarter" idx="13"/>
            <p:custDataLst>
              <p:tags r:id="rId1"/>
            </p:custDataLst>
          </p:nvPr>
        </p:nvSpPr>
        <p:spPr/>
        <p:txBody>
          <a:bodyPr>
            <a:normAutofit lnSpcReduction="20000"/>
          </a:bodyPr>
          <a:lstStyle/>
          <a:p>
            <a:r>
              <a:rPr lang="en-US" altLang="zh-CN"/>
              <a:t>PART</a:t>
            </a:r>
            <a:r>
              <a:rPr lang="zh-CN" altLang="en-US"/>
              <a:t> </a:t>
            </a:r>
            <a:r>
              <a:rPr lang="en-US" altLang="zh-CN"/>
              <a:t>THREE</a:t>
            </a:r>
            <a:endParaRPr lang="en-US" altLang="zh-CN"/>
          </a:p>
        </p:txBody>
      </p:sp>
      <p:sp>
        <p:nvSpPr>
          <p:cNvPr id="4" name="标题"/>
          <p:cNvSpPr>
            <a:spLocks noGrp="1"/>
          </p:cNvSpPr>
          <p:nvPr>
            <p:ph type="title"/>
            <p:custDataLst>
              <p:tags r:id="rId2"/>
            </p:custDataLst>
          </p:nvPr>
        </p:nvSpPr>
        <p:spPr>
          <a:xfrm>
            <a:off x="2433320" y="2910205"/>
            <a:ext cx="7713980" cy="889000"/>
          </a:xfrm>
        </p:spPr>
        <p:txBody>
          <a:bodyPr>
            <a:normAutofit/>
          </a:bodyPr>
          <a:lstStyle/>
          <a:p>
            <a:pPr algn="ctr"/>
            <a:r>
              <a:rPr lang="zh-CN" altLang="en-US" spc="300" dirty="0">
                <a:solidFill>
                  <a:schemeClr val="tx1"/>
                </a:solidFill>
                <a:latin typeface="+mn-ea"/>
                <a:sym typeface="+mn-ea"/>
              </a:rPr>
              <a:t>详细用例描述</a:t>
            </a:r>
            <a:endParaRPr lang="zh-CN" altLang="en-US"/>
          </a:p>
        </p:txBody>
      </p:sp>
      <p:sp>
        <p:nvSpPr>
          <p:cNvPr id="8" name="副标题 7"/>
          <p:cNvSpPr>
            <a:spLocks noGrp="1"/>
          </p:cNvSpPr>
          <p:nvPr>
            <p:ph type="subTitle" idx="1"/>
            <p:custDataLst>
              <p:tags r:id="rId3"/>
            </p:custDataLst>
          </p:nvPr>
        </p:nvSpPr>
        <p:spPr>
          <a:xfrm>
            <a:off x="3090545" y="4090035"/>
            <a:ext cx="6010275" cy="687705"/>
          </a:xfrm>
        </p:spPr>
        <p:txBody>
          <a:bodyPr>
            <a:normAutofit/>
          </a:bodyPr>
          <a:lstStyle/>
          <a:p>
            <a:r>
              <a:t>Detailed use case description</a:t>
            </a:r>
          </a:p>
        </p:txBody>
      </p:sp>
    </p:spTree>
    <p:custDataLst>
      <p:tags r:id="rId4"/>
    </p:custData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p:cNvSpPr>
            <a:spLocks noGrp="1"/>
          </p:cNvSpPr>
          <p:nvPr>
            <p:ph type="title"/>
            <p:custDataLst>
              <p:tags r:id="rId1"/>
            </p:custDataLst>
          </p:nvPr>
        </p:nvSpPr>
        <p:spPr/>
        <p:txBody>
          <a:bodyPr/>
          <a:lstStyle/>
          <a:p>
            <a:r>
              <a:rPr lang="zh-CN" altLang="en-US">
                <a:sym typeface="+mn-ea"/>
              </a:rPr>
              <a:t>共有详细用例功能点</a:t>
            </a:r>
            <a:endParaRPr lang="zh-CN" altLang="en-US"/>
          </a:p>
        </p:txBody>
      </p:sp>
      <p:sp>
        <p:nvSpPr>
          <p:cNvPr id="3" name="正文"/>
          <p:cNvSpPr>
            <a:spLocks noGrp="1"/>
          </p:cNvSpPr>
          <p:nvPr>
            <p:ph idx="1"/>
            <p:custDataLst>
              <p:tags r:id="rId2"/>
            </p:custDataLst>
          </p:nvPr>
        </p:nvSpPr>
        <p:spPr/>
        <p:txBody>
          <a:bodyPr>
            <a:normAutofit/>
          </a:bodyPr>
          <a:lstStyle/>
          <a:p>
            <a:r>
              <a:rPr lang="zh-CN" altLang="en-US" b="1"/>
              <a:t>登录注册</a:t>
            </a:r>
            <a:r>
              <a:rPr lang="zh-CN" altLang="en-US"/>
              <a:t>：用户可以在系统上进行实名的身份注册，如学生入学时、宿管等人入职时，后可凭借此身份信息登录系统进行操作。</a:t>
            </a:r>
            <a:endParaRPr lang="zh-CN" altLang="en-US"/>
          </a:p>
          <a:p>
            <a:r>
              <a:rPr lang="zh-CN" altLang="en-US" b="1"/>
              <a:t>查看公告</a:t>
            </a:r>
            <a:r>
              <a:rPr lang="zh-CN" altLang="en-US"/>
              <a:t>：用户可在系统上进行登录后，查看宿管人员、系统管理员等发出的公告，方便了解宿舍楼的最新讯息。</a:t>
            </a:r>
            <a:endParaRPr lang="zh-CN" altLang="en-US"/>
          </a:p>
        </p:txBody>
      </p:sp>
    </p:spTree>
    <p:custDataLst>
      <p:tags r:id="rId3"/>
    </p:custData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p:cNvSpPr>
            <a:spLocks noGrp="1"/>
          </p:cNvSpPr>
          <p:nvPr>
            <p:ph type="title"/>
            <p:custDataLst>
              <p:tags r:id="rId1"/>
            </p:custDataLst>
          </p:nvPr>
        </p:nvSpPr>
        <p:spPr/>
        <p:txBody>
          <a:bodyPr/>
          <a:lstStyle/>
          <a:p>
            <a:r>
              <a:rPr lang="zh-CN" altLang="en-US">
                <a:sym typeface="+mn-ea"/>
              </a:rPr>
              <a:t>学生详细用例功能点</a:t>
            </a:r>
            <a:endParaRPr lang="zh-CN" altLang="en-US">
              <a:sym typeface="+mn-ea"/>
            </a:endParaRPr>
          </a:p>
        </p:txBody>
      </p:sp>
      <p:sp>
        <p:nvSpPr>
          <p:cNvPr id="3" name="正文"/>
          <p:cNvSpPr>
            <a:spLocks noGrp="1"/>
          </p:cNvSpPr>
          <p:nvPr>
            <p:ph idx="1"/>
            <p:custDataLst>
              <p:tags r:id="rId2"/>
            </p:custDataLst>
          </p:nvPr>
        </p:nvSpPr>
        <p:spPr>
          <a:xfrm>
            <a:off x="576580" y="1301750"/>
            <a:ext cx="11039475" cy="4873625"/>
          </a:xfrm>
        </p:spPr>
        <p:txBody>
          <a:bodyPr>
            <a:noAutofit/>
          </a:bodyPr>
          <a:lstStyle/>
          <a:p>
            <a:r>
              <a:rPr lang="zh-CN" altLang="en-US" sz="1600" b="1"/>
              <a:t>个人信息填写（个性化信息）</a:t>
            </a:r>
            <a:r>
              <a:rPr lang="zh-CN" altLang="en-US" sz="1600"/>
              <a:t>：学生可以填写自己的详细信息，如性别、个人爱好、个人生活习惯等，方便个性化寝室分配。</a:t>
            </a:r>
            <a:endParaRPr lang="zh-CN" altLang="en-US" sz="1600"/>
          </a:p>
          <a:p>
            <a:r>
              <a:rPr lang="zh-CN" altLang="en-US" sz="1600" b="1"/>
              <a:t>查看宿舍信息</a:t>
            </a:r>
            <a:r>
              <a:rPr lang="zh-CN" altLang="en-US" sz="1600"/>
              <a:t>：学生可以在系统内查看宿舍空余情况，可以查看宿舍的实拍图片和其他相关信息，供学生自由选择心仪的宿舍。</a:t>
            </a:r>
            <a:endParaRPr lang="zh-CN" altLang="en-US" sz="1600"/>
          </a:p>
          <a:p>
            <a:r>
              <a:rPr lang="zh-CN" altLang="en-US" sz="1600" b="1"/>
              <a:t>智能分配宿舍</a:t>
            </a:r>
            <a:r>
              <a:rPr lang="zh-CN" altLang="en-US" sz="1600"/>
              <a:t>：学生输入自己的个性化信息后，系统会自动根据学生的偏好结合宿舍空闲情况为学生分配最合适的室友以及宿舍。</a:t>
            </a:r>
            <a:endParaRPr lang="zh-CN" altLang="en-US" sz="1600"/>
          </a:p>
          <a:p>
            <a:r>
              <a:rPr lang="zh-CN" altLang="en-US" sz="1600" b="1"/>
              <a:t>申请换宿舍</a:t>
            </a:r>
            <a:r>
              <a:rPr lang="zh-CN" altLang="en-US" sz="1600"/>
              <a:t>：学生如对当下的宿舍不甚满意，可于系统内提交换寝室申请，争取为各位同学提供最好的住宿体验。</a:t>
            </a:r>
            <a:endParaRPr lang="zh-CN" altLang="en-US" sz="1600"/>
          </a:p>
          <a:p>
            <a:r>
              <a:rPr lang="zh-CN" altLang="en-US" sz="1600" b="1"/>
              <a:t>申请维修</a:t>
            </a:r>
            <a:r>
              <a:rPr lang="zh-CN" altLang="en-US" sz="1600"/>
              <a:t>：学生可以在发生寝室设施故障时在系统上报，申请维修师傅来宿舍修理，尽快解决安全隐患。</a:t>
            </a:r>
            <a:endParaRPr lang="zh-CN" altLang="en-US" sz="1600"/>
          </a:p>
          <a:p>
            <a:r>
              <a:rPr lang="zh-CN" altLang="en-US" sz="1600" b="1"/>
              <a:t>缴费</a:t>
            </a:r>
            <a:r>
              <a:rPr lang="zh-CN" altLang="en-US" sz="1600"/>
              <a:t>：学生可以在系统上提交宿舍住宿费、水费、电费等，使这些费用的缴纳流程更加便捷与方便。</a:t>
            </a:r>
            <a:endParaRPr lang="zh-CN" altLang="en-US" sz="1600"/>
          </a:p>
          <a:p>
            <a:r>
              <a:rPr lang="zh-CN" altLang="en-US" sz="1600" b="1"/>
              <a:t>查看费用账单</a:t>
            </a:r>
            <a:r>
              <a:rPr lang="zh-CN" altLang="en-US" sz="1600"/>
              <a:t>：学生可以在系统上查看过往以及当月的账单，如过往一月内宿舍用电情况以及相关费用等。</a:t>
            </a:r>
            <a:endParaRPr lang="zh-CN" altLang="en-US" sz="1600"/>
          </a:p>
          <a:p>
            <a:r>
              <a:rPr lang="zh-CN" altLang="en-US" sz="1600" b="1"/>
              <a:t>查看宿舍公用设备运行状态</a:t>
            </a:r>
            <a:r>
              <a:rPr lang="zh-CN" altLang="en-US" sz="1600"/>
              <a:t>：学生可以在系统上查看到宿舍公用设备的运行情况，确保自己的使用时间内设备是空闲状态。</a:t>
            </a:r>
            <a:endParaRPr lang="zh-CN" altLang="en-US" sz="1600"/>
          </a:p>
          <a:p>
            <a:r>
              <a:rPr lang="zh-CN" altLang="en-US" sz="1600" b="1"/>
              <a:t>预约洗衣机</a:t>
            </a:r>
            <a:r>
              <a:rPr lang="zh-CN" altLang="en-US" sz="1600"/>
              <a:t>：学生可以在系统上预约洗衣机使用，避免了洗衣房的排队和拥堵，最大化利用洗衣机资源。</a:t>
            </a:r>
            <a:endParaRPr lang="zh-CN" altLang="en-US" sz="1600"/>
          </a:p>
          <a:p>
            <a:r>
              <a:rPr lang="zh-CN" altLang="en-US" sz="1600" b="1"/>
              <a:t>公共空间使用申请</a:t>
            </a:r>
            <a:r>
              <a:rPr lang="zh-CN" altLang="en-US" sz="1600"/>
              <a:t>：学生可以在系统上申请各种功能房的使用，如党建活动室、自习室以及琴房等。</a:t>
            </a:r>
            <a:endParaRPr lang="zh-CN" altLang="en-US" sz="1600"/>
          </a:p>
        </p:txBody>
      </p:sp>
    </p:spTree>
    <p:custDataLst>
      <p:tags r:id="rId3"/>
    </p:custData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p:cNvSpPr>
            <a:spLocks noGrp="1"/>
          </p:cNvSpPr>
          <p:nvPr>
            <p:ph type="title"/>
            <p:custDataLst>
              <p:tags r:id="rId1"/>
            </p:custDataLst>
          </p:nvPr>
        </p:nvSpPr>
        <p:spPr/>
        <p:txBody>
          <a:bodyPr/>
          <a:lstStyle/>
          <a:p>
            <a:r>
              <a:rPr lang="zh-CN" altLang="en-US">
                <a:sym typeface="+mn-ea"/>
              </a:rPr>
              <a:t>宿管详细用例功能点</a:t>
            </a:r>
            <a:endParaRPr lang="zh-CN" altLang="en-US">
              <a:sym typeface="+mn-ea"/>
            </a:endParaRPr>
          </a:p>
        </p:txBody>
      </p:sp>
      <p:sp>
        <p:nvSpPr>
          <p:cNvPr id="3" name="正文"/>
          <p:cNvSpPr>
            <a:spLocks noGrp="1"/>
          </p:cNvSpPr>
          <p:nvPr>
            <p:ph idx="1"/>
            <p:custDataLst>
              <p:tags r:id="rId2"/>
            </p:custDataLst>
          </p:nvPr>
        </p:nvSpPr>
        <p:spPr>
          <a:xfrm>
            <a:off x="400050" y="1301750"/>
            <a:ext cx="11278235" cy="4873625"/>
          </a:xfrm>
        </p:spPr>
        <p:txBody>
          <a:bodyPr>
            <a:noAutofit/>
          </a:bodyPr>
          <a:lstStyle/>
          <a:p>
            <a:r>
              <a:rPr lang="zh-CN" altLang="en-US" sz="1600" b="1"/>
              <a:t>发布宿舍公告</a:t>
            </a:r>
            <a:r>
              <a:rPr lang="zh-CN" altLang="en-US" sz="1600"/>
              <a:t>：宿管人员可以在系统上发布宿舍公告，如宿舍公用设备维修通知，提醒学生避开此段时间使用等。</a:t>
            </a:r>
            <a:endParaRPr lang="zh-CN" altLang="en-US" sz="1600"/>
          </a:p>
          <a:p>
            <a:r>
              <a:rPr lang="zh-CN" altLang="en-US" sz="1600" b="1"/>
              <a:t>管理宿舍分配</a:t>
            </a:r>
            <a:r>
              <a:rPr lang="zh-CN" altLang="en-US" sz="1600"/>
              <a:t>：宿舍人员可以在系统上进行学生宿舍的调控分配，如将生活习惯相似的同学调整到一起。</a:t>
            </a:r>
            <a:endParaRPr lang="zh-CN" altLang="en-US" sz="1600"/>
          </a:p>
          <a:p>
            <a:r>
              <a:rPr lang="zh-CN" altLang="en-US" sz="1600" b="1"/>
              <a:t>处理学生申请</a:t>
            </a:r>
            <a:r>
              <a:rPr lang="zh-CN" altLang="en-US" sz="1600"/>
              <a:t>：宿管人员可以在系统上审核并处理学生的换寝室、宿舍维修等申请，并将结果反馈给学生。</a:t>
            </a:r>
            <a:endParaRPr lang="zh-CN" altLang="en-US" sz="1600"/>
          </a:p>
          <a:p>
            <a:r>
              <a:rPr lang="zh-CN" altLang="en-US" sz="1600" b="1"/>
              <a:t>向维修人员报修</a:t>
            </a:r>
            <a:r>
              <a:rPr lang="zh-CN" altLang="en-US" sz="1600"/>
              <a:t>：宿管人员可以在系统上向维修人员发送报修信息，便于设施故障得到及时处理，保障宿舍安全。</a:t>
            </a:r>
            <a:endParaRPr lang="zh-CN" altLang="en-US" sz="1600"/>
          </a:p>
          <a:p>
            <a:r>
              <a:rPr lang="zh-CN" altLang="en-US" sz="1600" b="1"/>
              <a:t>查看账单</a:t>
            </a:r>
            <a:r>
              <a:rPr lang="zh-CN" altLang="en-US" sz="1600"/>
              <a:t>：宿管人员可以通过系统查看全楼和每个寝室的水电使用与水电费缴纳情况，了解楼内用水用电和宿舍费用缴纳情况。</a:t>
            </a:r>
            <a:endParaRPr lang="zh-CN" altLang="en-US" sz="1600"/>
          </a:p>
          <a:p>
            <a:r>
              <a:rPr lang="zh-CN" altLang="en-US" sz="1600" b="1"/>
              <a:t>查看宿舍公用设备运行状态</a:t>
            </a:r>
            <a:r>
              <a:rPr lang="zh-CN" altLang="en-US" sz="1600"/>
              <a:t>：宿管人员可以及时在系统上查看宿舍公用设备运行状态，如若设备出现故障，可以及时发现。</a:t>
            </a:r>
            <a:endParaRPr lang="zh-CN" altLang="en-US" sz="1600"/>
          </a:p>
          <a:p>
            <a:r>
              <a:rPr lang="zh-CN" altLang="en-US" sz="1600" b="1"/>
              <a:t>登记系统</a:t>
            </a:r>
            <a:r>
              <a:rPr lang="zh-CN" altLang="en-US" sz="1600"/>
              <a:t>：宿管人员可以在系统上对学生进行出勤登记、宿舍公用物品借出归还登记、大件登记等，了解学生出入楼状况。</a:t>
            </a:r>
            <a:endParaRPr lang="zh-CN" altLang="en-US" sz="1600"/>
          </a:p>
          <a:p>
            <a:r>
              <a:rPr lang="zh-CN" altLang="en-US" sz="1600" b="1"/>
              <a:t>管理门禁系统</a:t>
            </a:r>
            <a:r>
              <a:rPr lang="zh-CN" altLang="en-US" sz="1600"/>
              <a:t>：宿管人员可以在系统上进行门禁管理，如为楼内学生开启权限，可以刷卡进门等，保障宿舍安全。</a:t>
            </a:r>
            <a:endParaRPr lang="zh-CN" altLang="en-US" sz="1600"/>
          </a:p>
          <a:p>
            <a:r>
              <a:rPr lang="zh-CN" altLang="en-US" sz="1600" b="1"/>
              <a:t>管理宿舍安保设备信息</a:t>
            </a:r>
            <a:r>
              <a:rPr lang="zh-CN" altLang="en-US" sz="1600"/>
              <a:t>：宿管人员可以在系统上对监控等宿舍安保设备进行管理，保障楼内住户财产安全。</a:t>
            </a:r>
            <a:endParaRPr lang="zh-CN" altLang="en-US" sz="1600"/>
          </a:p>
          <a:p>
            <a:r>
              <a:rPr lang="zh-CN" altLang="en-US" sz="1600" b="1"/>
              <a:t>宿舍远程开关锁</a:t>
            </a:r>
            <a:r>
              <a:rPr lang="zh-CN" altLang="en-US" sz="1600"/>
              <a:t>：宿管人员可以在系统上进行远程的开关锁，防止学生发生因为未随身携带一卡通而无法打开宿舍门的情况。</a:t>
            </a:r>
            <a:endParaRPr lang="zh-CN" altLang="en-US" sz="1600"/>
          </a:p>
        </p:txBody>
      </p:sp>
    </p:spTree>
    <p:custDataLst>
      <p:tags r:id="rId3"/>
    </p:custData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p:cNvSpPr>
            <a:spLocks noGrp="1"/>
          </p:cNvSpPr>
          <p:nvPr>
            <p:ph type="title"/>
            <p:custDataLst>
              <p:tags r:id="rId1"/>
            </p:custDataLst>
          </p:nvPr>
        </p:nvSpPr>
        <p:spPr/>
        <p:txBody>
          <a:bodyPr/>
          <a:lstStyle/>
          <a:p>
            <a:r>
              <a:rPr lang="zh-CN" altLang="en-US">
                <a:sym typeface="+mn-ea"/>
              </a:rPr>
              <a:t>维修人员详细用例功能点</a:t>
            </a:r>
            <a:endParaRPr lang="zh-CN" altLang="en-US">
              <a:sym typeface="+mn-ea"/>
            </a:endParaRPr>
          </a:p>
        </p:txBody>
      </p:sp>
      <p:sp>
        <p:nvSpPr>
          <p:cNvPr id="3" name="正文"/>
          <p:cNvSpPr>
            <a:spLocks noGrp="1"/>
          </p:cNvSpPr>
          <p:nvPr>
            <p:ph idx="1"/>
            <p:custDataLst>
              <p:tags r:id="rId2"/>
            </p:custDataLst>
          </p:nvPr>
        </p:nvSpPr>
        <p:spPr/>
        <p:txBody>
          <a:bodyPr>
            <a:normAutofit/>
          </a:bodyPr>
          <a:lstStyle/>
          <a:p>
            <a:r>
              <a:rPr lang="zh-CN" altLang="en-US" b="1"/>
              <a:t>查看报修信息</a:t>
            </a:r>
            <a:r>
              <a:rPr lang="zh-CN" altLang="en-US"/>
              <a:t>：维修人员可以及时查看宿舍楼内的报修信息，并及时采取维护措施，解决设备问题。</a:t>
            </a:r>
            <a:endParaRPr lang="zh-CN" altLang="en-US"/>
          </a:p>
          <a:p>
            <a:r>
              <a:rPr lang="zh-CN" altLang="en-US" b="1"/>
              <a:t>反馈报修信息</a:t>
            </a:r>
            <a:r>
              <a:rPr lang="zh-CN" altLang="en-US"/>
              <a:t>：维修人员可以在系统内提交维修信息的反馈，及时将设备的维修情况反馈给用户查看。</a:t>
            </a:r>
            <a:endParaRPr lang="zh-CN" altLang="en-US"/>
          </a:p>
        </p:txBody>
      </p:sp>
    </p:spTree>
    <p:custDataLst>
      <p:tags r:id="rId3"/>
    </p:custData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zh-CN" altLang="en-US"/>
              <a:t>外来人员详细用例功能点</a:t>
            </a:r>
            <a:endParaRPr lang="zh-CN" altLang="en-US"/>
          </a:p>
        </p:txBody>
      </p:sp>
      <p:sp>
        <p:nvSpPr>
          <p:cNvPr id="3" name="内容占位符 2"/>
          <p:cNvSpPr>
            <a:spLocks noGrp="1"/>
          </p:cNvSpPr>
          <p:nvPr>
            <p:ph idx="1"/>
          </p:nvPr>
        </p:nvSpPr>
        <p:spPr/>
        <p:txBody>
          <a:bodyPr/>
          <a:p>
            <a:r>
              <a:rPr lang="zh-CN" altLang="en-US" b="1"/>
              <a:t>申请访客权限</a:t>
            </a:r>
            <a:r>
              <a:rPr lang="zh-CN" altLang="en-US"/>
              <a:t>：外来人员可以在系统上提交访客权限申请，获得临时进入楼内的权限，便于保洁人员等进楼工作。</a:t>
            </a:r>
            <a:endParaRPr lang="zh-CN" altLang="en-US"/>
          </a:p>
        </p:txBody>
      </p:sp>
    </p:spTree>
    <p:custDataLst>
      <p:tags r:id="rId1"/>
    </p:custData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zh-CN" altLang="en-US"/>
              <a:t>系统管理员详细用例功能点</a:t>
            </a:r>
            <a:endParaRPr lang="zh-CN" altLang="en-US"/>
          </a:p>
        </p:txBody>
      </p:sp>
      <p:sp>
        <p:nvSpPr>
          <p:cNvPr id="3" name="内容占位符 2"/>
          <p:cNvSpPr>
            <a:spLocks noGrp="1"/>
          </p:cNvSpPr>
          <p:nvPr>
            <p:ph idx="1"/>
          </p:nvPr>
        </p:nvSpPr>
        <p:spPr>
          <a:xfrm>
            <a:off x="290830" y="1301750"/>
            <a:ext cx="11205210" cy="4873625"/>
          </a:xfrm>
        </p:spPr>
        <p:txBody>
          <a:bodyPr>
            <a:noAutofit/>
          </a:bodyPr>
          <a:p>
            <a:r>
              <a:rPr lang="zh-CN" altLang="en-US" sz="1600" b="1"/>
              <a:t>增删改查用户信息</a:t>
            </a:r>
            <a:r>
              <a:rPr lang="zh-CN" altLang="en-US" sz="1600"/>
              <a:t>：系统管理员可以在系统内对于用户信息进行增加、删除、更改和查看等操作，管理宿舍楼人员变动。</a:t>
            </a:r>
            <a:endParaRPr lang="zh-CN" altLang="en-US" sz="1600"/>
          </a:p>
          <a:p>
            <a:r>
              <a:rPr lang="zh-CN" altLang="en-US" sz="1600" b="1"/>
              <a:t>增删改查缴费情况</a:t>
            </a:r>
            <a:r>
              <a:rPr lang="zh-CN" altLang="en-US" sz="1600"/>
              <a:t>：系统管理员可以在系统内对于宿舍缴费情况进行增加、删除、更改和查看等操作，管理宿舍楼费用缴纳事宜。</a:t>
            </a:r>
            <a:endParaRPr lang="zh-CN" altLang="en-US" sz="1600"/>
          </a:p>
          <a:p>
            <a:r>
              <a:rPr lang="zh-CN" altLang="en-US" sz="1600" b="1"/>
              <a:t>增删改查宿舍信息</a:t>
            </a:r>
            <a:r>
              <a:rPr lang="zh-CN" altLang="en-US" sz="1600"/>
              <a:t>：系统管理员可以在系统内对于宿舍使用信息进行增加、删除、更改和查看等操作，管理宿舍的调度。</a:t>
            </a:r>
            <a:endParaRPr lang="zh-CN" altLang="en-US" sz="1600"/>
          </a:p>
          <a:p>
            <a:r>
              <a:rPr lang="zh-CN" altLang="en-US" sz="1600" b="1"/>
              <a:t>增删改查公告通知</a:t>
            </a:r>
            <a:r>
              <a:rPr lang="zh-CN" altLang="en-US" sz="1600"/>
              <a:t>：系统管理员可以在系统内对于宿管人员发布的公告进行增加、删除、更改和查看等操作。</a:t>
            </a:r>
            <a:endParaRPr lang="zh-CN" altLang="en-US" sz="1600"/>
          </a:p>
          <a:p>
            <a:r>
              <a:rPr lang="zh-CN" altLang="en-US" sz="1600" b="1"/>
              <a:t>增删改查公用设备信息</a:t>
            </a:r>
            <a:r>
              <a:rPr lang="zh-CN" altLang="en-US" sz="1600"/>
              <a:t>：系统管理员可以在系统内对于楼内公用设备信息进行增加、删除、更改和查看等操作。</a:t>
            </a:r>
            <a:endParaRPr lang="zh-CN" altLang="en-US" sz="1600"/>
          </a:p>
          <a:p>
            <a:r>
              <a:rPr lang="zh-CN" altLang="en-US" sz="1600" b="1"/>
              <a:t>增删改查报修信息</a:t>
            </a:r>
            <a:r>
              <a:rPr lang="zh-CN" altLang="en-US" sz="1600"/>
              <a:t>：系统管理员可以在系统内对于报修信息信息进行增加、删除、更改和查看等操作。</a:t>
            </a:r>
            <a:endParaRPr lang="zh-CN" altLang="en-US" sz="1600"/>
          </a:p>
          <a:p>
            <a:r>
              <a:rPr lang="zh-CN" altLang="en-US" sz="1600" b="1"/>
              <a:t>增删改查宿管登记信息</a:t>
            </a:r>
            <a:r>
              <a:rPr lang="zh-CN" altLang="en-US" sz="1600"/>
              <a:t>：系统管理员可以在系统内对于宿管人员的登记信息进行增加、删除、更改和查看等操作。</a:t>
            </a:r>
            <a:endParaRPr lang="zh-CN" altLang="en-US" sz="1600"/>
          </a:p>
          <a:p>
            <a:r>
              <a:rPr lang="zh-CN" altLang="en-US" sz="1600" b="1"/>
              <a:t>增删改查学生申请信息</a:t>
            </a:r>
            <a:r>
              <a:rPr lang="zh-CN" altLang="en-US" sz="1600"/>
              <a:t>：系统管理员可以在系统内对于学生提交的申请进行增加、删除、更改和查看等操作。</a:t>
            </a:r>
            <a:endParaRPr lang="zh-CN" altLang="en-US" sz="1600"/>
          </a:p>
          <a:p>
            <a:r>
              <a:rPr lang="zh-CN" altLang="en-US" sz="1600" b="1"/>
              <a:t>增删改查门禁信息</a:t>
            </a:r>
            <a:r>
              <a:rPr lang="zh-CN" altLang="en-US" sz="1600"/>
              <a:t>：系统管理员可以在系统内对于门禁权限信息进行增加、删除、更改和查看等操作。</a:t>
            </a:r>
            <a:endParaRPr lang="zh-CN" altLang="en-US" sz="1600"/>
          </a:p>
          <a:p>
            <a:r>
              <a:rPr lang="zh-CN" altLang="en-US" sz="1600" b="1"/>
              <a:t>增删改查宿舍安保设备信息</a:t>
            </a:r>
            <a:r>
              <a:rPr lang="zh-CN" altLang="en-US" sz="1600"/>
              <a:t>：系统管理员可以在系统内对于监控等宿舍安保设备信息进行增加、删除、更改和查看等操作。</a:t>
            </a:r>
            <a:endParaRPr lang="zh-CN" altLang="en-US" sz="1600"/>
          </a:p>
          <a:p>
            <a:r>
              <a:rPr lang="zh-CN" altLang="en-US" sz="1600" b="1"/>
              <a:t>增删改查外来人员的访客申请</a:t>
            </a:r>
            <a:r>
              <a:rPr lang="zh-CN" altLang="en-US" sz="1600"/>
              <a:t>：系统管理员可以在系统内对于外来人员的访客申请信息进行增加、删除、更改和查看等操作。</a:t>
            </a:r>
            <a:endParaRPr lang="zh-CN" altLang="en-US" sz="1600"/>
          </a:p>
        </p:txBody>
      </p:sp>
    </p:spTree>
    <p:custDataLst>
      <p:tags r:id="rId1"/>
    </p:custData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节编号"/>
          <p:cNvSpPr>
            <a:spLocks noGrp="1"/>
          </p:cNvSpPr>
          <p:nvPr>
            <p:ph type="body" sz="quarter" idx="13"/>
            <p:custDataLst>
              <p:tags r:id="rId1"/>
            </p:custDataLst>
          </p:nvPr>
        </p:nvSpPr>
        <p:spPr/>
        <p:txBody>
          <a:bodyPr>
            <a:normAutofit lnSpcReduction="20000"/>
          </a:bodyPr>
          <a:lstStyle/>
          <a:p>
            <a:r>
              <a:rPr lang="en-US" altLang="zh-CN"/>
              <a:t>PART</a:t>
            </a:r>
            <a:r>
              <a:rPr lang="zh-CN" altLang="en-US"/>
              <a:t> </a:t>
            </a:r>
            <a:r>
              <a:rPr lang="en-US" altLang="zh-CN"/>
              <a:t>FOUR</a:t>
            </a:r>
            <a:endParaRPr lang="en-US" altLang="zh-CN"/>
          </a:p>
        </p:txBody>
      </p:sp>
      <p:sp>
        <p:nvSpPr>
          <p:cNvPr id="4" name="标题"/>
          <p:cNvSpPr>
            <a:spLocks noGrp="1"/>
          </p:cNvSpPr>
          <p:nvPr>
            <p:ph type="title"/>
            <p:custDataLst>
              <p:tags r:id="rId2"/>
            </p:custDataLst>
          </p:nvPr>
        </p:nvSpPr>
        <p:spPr>
          <a:xfrm>
            <a:off x="2433320" y="2910205"/>
            <a:ext cx="7713980" cy="889000"/>
          </a:xfrm>
        </p:spPr>
        <p:txBody>
          <a:bodyPr>
            <a:normAutofit/>
          </a:bodyPr>
          <a:lstStyle/>
          <a:p>
            <a:pPr algn="ctr"/>
            <a:r>
              <a:rPr lang="zh-CN" altLang="en-US" spc="300" dirty="0">
                <a:solidFill>
                  <a:schemeClr val="tx1"/>
                </a:solidFill>
                <a:latin typeface="+mn-ea"/>
                <a:sym typeface="+mn-ea"/>
              </a:rPr>
              <a:t>用例图及活动图</a:t>
            </a:r>
            <a:endParaRPr lang="zh-CN" altLang="en-US"/>
          </a:p>
        </p:txBody>
      </p:sp>
      <p:sp>
        <p:nvSpPr>
          <p:cNvPr id="8" name="副标题 7"/>
          <p:cNvSpPr>
            <a:spLocks noGrp="1"/>
          </p:cNvSpPr>
          <p:nvPr>
            <p:ph type="subTitle" idx="1"/>
            <p:custDataLst>
              <p:tags r:id="rId3"/>
            </p:custDataLst>
          </p:nvPr>
        </p:nvSpPr>
        <p:spPr>
          <a:xfrm>
            <a:off x="2764790" y="4090035"/>
            <a:ext cx="6010275" cy="687705"/>
          </a:xfrm>
        </p:spPr>
        <p:txBody>
          <a:bodyPr>
            <a:normAutofit fontScale="90000"/>
          </a:bodyPr>
          <a:lstStyle/>
          <a:p>
            <a:r>
              <a:t>Use case diagrams and activity diagrams</a:t>
            </a:r>
          </a:p>
        </p:txBody>
      </p:sp>
    </p:spTree>
    <p:custDataLst>
      <p:tags r:id="rId4"/>
    </p:custData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标题 16"/>
          <p:cNvSpPr>
            <a:spLocks noGrp="1"/>
          </p:cNvSpPr>
          <p:nvPr>
            <p:ph type="title"/>
            <p:custDataLst>
              <p:tags r:id="rId1"/>
            </p:custDataLst>
          </p:nvPr>
        </p:nvSpPr>
        <p:spPr>
          <a:xfrm>
            <a:off x="695960" y="149180"/>
            <a:ext cx="10800000" cy="720000"/>
          </a:xfrm>
        </p:spPr>
        <p:txBody>
          <a:bodyPr/>
          <a:lstStyle/>
          <a:p>
            <a:r>
              <a:rPr lang="zh-CN" altLang="en-US" spc="300" dirty="0">
                <a:latin typeface="+mn-ea"/>
                <a:sym typeface="+mn-ea"/>
              </a:rPr>
              <a:t>用例图</a:t>
            </a:r>
            <a:r>
              <a:rPr lang="en-US" altLang="zh-CN" spc="300" dirty="0">
                <a:latin typeface="+mn-ea"/>
                <a:sym typeface="+mn-ea"/>
              </a:rPr>
              <a:t>:</a:t>
            </a:r>
            <a:r>
              <a:rPr lang="zh-CN" altLang="en-US" dirty="0">
                <a:solidFill>
                  <a:schemeClr val="accent1"/>
                </a:solidFill>
                <a:latin typeface="+mn-ea"/>
                <a:cs typeface="+mn-ea"/>
                <a:sym typeface="+mn-ea"/>
              </a:rPr>
              <a:t>缴费管理子系统</a:t>
            </a:r>
            <a:endParaRPr lang="zh-CN" altLang="en-US"/>
          </a:p>
        </p:txBody>
      </p:sp>
      <p:pic>
        <p:nvPicPr>
          <p:cNvPr id="2" name="图片 1" descr="Payment management subsystem（UCD）"/>
          <p:cNvPicPr>
            <a:picLocks noChangeAspect="1"/>
          </p:cNvPicPr>
          <p:nvPr/>
        </p:nvPicPr>
        <p:blipFill>
          <a:blip r:embed="rId2"/>
          <a:stretch>
            <a:fillRect/>
          </a:stretch>
        </p:blipFill>
        <p:spPr>
          <a:xfrm>
            <a:off x="1000125" y="869315"/>
            <a:ext cx="10191750" cy="3209925"/>
          </a:xfrm>
          <a:prstGeom prst="rect">
            <a:avLst/>
          </a:prstGeom>
        </p:spPr>
      </p:pic>
      <p:sp>
        <p:nvSpPr>
          <p:cNvPr id="4" name="文本框 3"/>
          <p:cNvSpPr txBox="1"/>
          <p:nvPr/>
        </p:nvSpPr>
        <p:spPr>
          <a:xfrm>
            <a:off x="2986405" y="3743325"/>
            <a:ext cx="3013075" cy="275590"/>
          </a:xfrm>
          <a:prstGeom prst="rect">
            <a:avLst/>
          </a:prstGeom>
        </p:spPr>
        <p:txBody>
          <a:bodyPr wrap="square">
            <a:spAutoFit/>
          </a:bodyPr>
          <a:p>
            <a:pPr defTabSz="266700">
              <a:spcBef>
                <a:spcPts val="400"/>
              </a:spcBef>
              <a:spcAft>
                <a:spcPts val="200"/>
              </a:spcAft>
            </a:pPr>
            <a:r>
              <a:rPr lang="zh-CN" altLang="en-US" sz="1200" b="1">
                <a:solidFill>
                  <a:srgbClr val="0F4761"/>
                </a:solidFill>
                <a:latin typeface="仿宋" panose="02010609060101010101" charset="-122"/>
                <a:ea typeface="等线 Light" panose="02010600030101010101" charset="-122"/>
              </a:rPr>
              <a:t>用例名</a:t>
            </a:r>
            <a:r>
              <a:rPr lang="en-US" altLang="zh-CN" sz="1200" b="1">
                <a:solidFill>
                  <a:srgbClr val="0F4761"/>
                </a:solidFill>
                <a:latin typeface="仿宋" panose="02010609060101010101" charset="-122"/>
                <a:ea typeface="等线 Light" panose="02010600030101010101" charset="-122"/>
              </a:rPr>
              <a:t>:</a:t>
            </a:r>
            <a:r>
              <a:rPr lang="en-US" altLang="zh-CN" sz="1200" b="1">
                <a:solidFill>
                  <a:srgbClr val="0F4761"/>
                </a:solidFill>
                <a:latin typeface="仿宋" panose="02010609060101010101" charset="-122"/>
                <a:ea typeface="等线 Light" panose="02010600030101010101" charset="-122"/>
              </a:rPr>
              <a:t> </a:t>
            </a:r>
            <a:r>
              <a:rPr lang="zh-CN" altLang="en-US" sz="1200" b="1">
                <a:solidFill>
                  <a:srgbClr val="0F4761"/>
                </a:solidFill>
                <a:latin typeface="仿宋" panose="02010609060101010101" charset="-122"/>
                <a:ea typeface="等线 Light" panose="02010600030101010101" charset="-122"/>
              </a:rPr>
              <a:t>宿舍缴费（</a:t>
            </a:r>
            <a:r>
              <a:rPr lang="en-US" altLang="zh-CN" sz="1200" b="1">
                <a:solidFill>
                  <a:srgbClr val="0F4761"/>
                </a:solidFill>
                <a:latin typeface="仿宋" panose="02010609060101010101" charset="-122"/>
                <a:ea typeface="等线 Light" panose="02010600030101010101" charset="-122"/>
              </a:rPr>
              <a:t>UC07</a:t>
            </a:r>
            <a:r>
              <a:rPr lang="zh-CN" altLang="en-US" sz="1200" b="1">
                <a:solidFill>
                  <a:srgbClr val="0F4761"/>
                </a:solidFill>
                <a:latin typeface="仿宋" panose="02010609060101010101" charset="-122"/>
                <a:ea typeface="等线 Light" panose="02010600030101010101" charset="-122"/>
              </a:rPr>
              <a:t>）</a:t>
            </a:r>
            <a:endParaRPr lang="zh-CN" altLang="en-US"/>
          </a:p>
        </p:txBody>
      </p:sp>
      <p:graphicFrame>
        <p:nvGraphicFramePr>
          <p:cNvPr id="5" name="表格 4"/>
          <p:cNvGraphicFramePr/>
          <p:nvPr/>
        </p:nvGraphicFramePr>
        <p:xfrm>
          <a:off x="2986405" y="4018915"/>
          <a:ext cx="6218555" cy="2092325"/>
        </p:xfrm>
        <a:graphic>
          <a:graphicData uri="http://schemas.openxmlformats.org/drawingml/2006/table">
            <a:tbl>
              <a:tblPr/>
              <a:tblGrid>
                <a:gridCol w="1887855"/>
                <a:gridCol w="4330700"/>
              </a:tblGrid>
              <a:tr h="241935">
                <a:tc>
                  <a:txBody>
                    <a:bodyPr/>
                    <a:p>
                      <a:pPr>
                        <a:spcBef>
                          <a:spcPts val="100"/>
                        </a:spcBef>
                        <a:spcAft>
                          <a:spcPts val="100"/>
                        </a:spcAft>
                      </a:pPr>
                      <a:r>
                        <a:rPr lang="zh-CN" sz="2000" b="1">
                          <a:solidFill>
                            <a:srgbClr val="000000"/>
                          </a:solidFill>
                          <a:latin typeface="仿宋" panose="02010609060101010101" charset="-122"/>
                          <a:ea typeface="仿宋" panose="02010609060101010101" charset="-122"/>
                        </a:rPr>
                        <a:t>属性</a:t>
                      </a:r>
                      <a:endParaRPr lang="zh-CN" sz="2000" b="1">
                        <a:solidFill>
                          <a:srgbClr val="000000"/>
                        </a:solidFill>
                        <a:latin typeface="仿宋" panose="02010609060101010101" charset="-122"/>
                        <a:ea typeface="仿宋" panose="02010609060101010101" charset="-122"/>
                      </a:endParaRPr>
                    </a:p>
                  </a:txBody>
                  <a:tcPr marL="68580" marR="68580" marT="0" marB="0" anchor="t" anchorCtr="0">
                    <a:lnL w="6350" cap="flat" cmpd="sng">
                      <a:solidFill>
                        <a:srgbClr val="FFC94A"/>
                      </a:solidFill>
                      <a:prstDash val="solid"/>
                      <a:headEnd type="none" w="med" len="med"/>
                      <a:tailEnd type="none" w="med" len="med"/>
                    </a:lnL>
                    <a:lnR w="6350" cap="flat" cmpd="sng">
                      <a:solidFill>
                        <a:srgbClr val="FFC94A"/>
                      </a:solidFill>
                      <a:prstDash val="solid"/>
                      <a:headEnd type="none" w="med" len="med"/>
                      <a:tailEnd type="none" w="med" len="med"/>
                    </a:lnR>
                    <a:lnT w="6350" cap="flat" cmpd="sng">
                      <a:solidFill>
                        <a:srgbClr val="FFC94A"/>
                      </a:solidFill>
                      <a:prstDash val="solid"/>
                      <a:headEnd type="none" w="med" len="med"/>
                      <a:tailEnd type="none" w="med" len="med"/>
                    </a:lnT>
                    <a:lnB w="6350" cap="flat" cmpd="sng">
                      <a:solidFill>
                        <a:srgbClr val="FFC94A"/>
                      </a:solidFill>
                      <a:prstDash val="solid"/>
                      <a:headEnd type="none" w="med" len="med"/>
                      <a:tailEnd type="none" w="med" len="med"/>
                    </a:lnB>
                    <a:solidFill>
                      <a:srgbClr val="FFC94A"/>
                    </a:solidFill>
                  </a:tcPr>
                </a:tc>
                <a:tc>
                  <a:txBody>
                    <a:bodyPr/>
                    <a:p>
                      <a:pPr>
                        <a:spcBef>
                          <a:spcPts val="100"/>
                        </a:spcBef>
                        <a:spcAft>
                          <a:spcPts val="100"/>
                        </a:spcAft>
                      </a:pPr>
                      <a:r>
                        <a:rPr lang="zh-CN" sz="2000" b="1">
                          <a:solidFill>
                            <a:srgbClr val="000000"/>
                          </a:solidFill>
                          <a:latin typeface="仿宋" panose="02010609060101010101" charset="-122"/>
                          <a:ea typeface="仿宋" panose="02010609060101010101" charset="-122"/>
                        </a:rPr>
                        <a:t>描述</a:t>
                      </a:r>
                      <a:endParaRPr lang="zh-CN" sz="2000" b="1">
                        <a:solidFill>
                          <a:srgbClr val="000000"/>
                        </a:solidFill>
                        <a:latin typeface="仿宋" panose="02010609060101010101" charset="-122"/>
                        <a:ea typeface="仿宋" panose="02010609060101010101" charset="-122"/>
                      </a:endParaRPr>
                    </a:p>
                  </a:txBody>
                  <a:tcPr marL="68580" marR="68580" marT="0" marB="0" anchor="t" anchorCtr="0">
                    <a:lnL w="6350" cap="flat" cmpd="sng">
                      <a:solidFill>
                        <a:srgbClr val="FFC94A"/>
                      </a:solidFill>
                      <a:prstDash val="solid"/>
                      <a:headEnd type="none" w="med" len="med"/>
                      <a:tailEnd type="none" w="med" len="med"/>
                    </a:lnL>
                    <a:lnR w="6350" cap="flat" cmpd="sng">
                      <a:solidFill>
                        <a:srgbClr val="FFC94A"/>
                      </a:solidFill>
                      <a:prstDash val="solid"/>
                      <a:headEnd type="none" w="med" len="med"/>
                      <a:tailEnd type="none" w="med" len="med"/>
                    </a:lnR>
                    <a:lnT w="6350" cap="flat" cmpd="sng">
                      <a:solidFill>
                        <a:srgbClr val="FFC94A"/>
                      </a:solidFill>
                      <a:prstDash val="solid"/>
                      <a:headEnd type="none" w="med" len="med"/>
                      <a:tailEnd type="none" w="med" len="med"/>
                    </a:lnT>
                    <a:lnB w="6350" cap="flat" cmpd="sng">
                      <a:solidFill>
                        <a:srgbClr val="FFC94A"/>
                      </a:solidFill>
                      <a:prstDash val="solid"/>
                      <a:headEnd type="none" w="med" len="med"/>
                      <a:tailEnd type="none" w="med" len="med"/>
                    </a:lnB>
                    <a:solidFill>
                      <a:srgbClr val="FFC94A"/>
                    </a:solidFill>
                  </a:tcPr>
                </a:tc>
              </a:tr>
              <a:tr h="241935">
                <a:tc>
                  <a:txBody>
                    <a:bodyPr/>
                    <a:p>
                      <a:pPr>
                        <a:spcBef>
                          <a:spcPts val="100"/>
                        </a:spcBef>
                        <a:spcAft>
                          <a:spcPts val="100"/>
                        </a:spcAft>
                      </a:pPr>
                      <a:r>
                        <a:rPr lang="zh-CN" sz="2000">
                          <a:solidFill>
                            <a:srgbClr val="000000"/>
                          </a:solidFill>
                          <a:latin typeface="仿宋" panose="02010609060101010101" charset="-122"/>
                          <a:ea typeface="仿宋" panose="02010609060101010101" charset="-122"/>
                        </a:rPr>
                        <a:t>用例名</a:t>
                      </a:r>
                      <a:endParaRPr lang="zh-CN" sz="2000">
                        <a:solidFill>
                          <a:srgbClr val="000000"/>
                        </a:solidFill>
                        <a:latin typeface="仿宋" panose="02010609060101010101" charset="-122"/>
                        <a:ea typeface="仿宋" panose="02010609060101010101" charset="-122"/>
                      </a:endParaRPr>
                    </a:p>
                  </a:txBody>
                  <a:tcPr marL="68580" marR="68580" marT="0" marB="0" anchor="t" anchorCtr="0">
                    <a:lnL w="6350" cap="flat" cmpd="sng">
                      <a:solidFill>
                        <a:srgbClr val="FFC94A"/>
                      </a:solidFill>
                      <a:prstDash val="solid"/>
                      <a:headEnd type="none" w="med" len="med"/>
                      <a:tailEnd type="none" w="med" len="med"/>
                    </a:lnL>
                    <a:lnR w="6350" cap="flat" cmpd="sng">
                      <a:solidFill>
                        <a:srgbClr val="FFC94A"/>
                      </a:solidFill>
                      <a:prstDash val="solid"/>
                      <a:headEnd type="none" w="med" len="med"/>
                      <a:tailEnd type="none" w="med" len="med"/>
                    </a:lnR>
                    <a:lnT w="6350" cap="flat" cmpd="sng">
                      <a:solidFill>
                        <a:srgbClr val="FFC94A"/>
                      </a:solidFill>
                      <a:prstDash val="solid"/>
                      <a:headEnd type="none" w="med" len="med"/>
                      <a:tailEnd type="none" w="med" len="med"/>
                    </a:lnT>
                    <a:lnB w="6350" cap="flat" cmpd="sng">
                      <a:solidFill>
                        <a:srgbClr val="FFC94A"/>
                      </a:solidFill>
                      <a:prstDash val="solid"/>
                      <a:headEnd type="none" w="med" len="med"/>
                      <a:tailEnd type="none" w="med" len="med"/>
                    </a:lnB>
                    <a:noFill/>
                  </a:tcPr>
                </a:tc>
                <a:tc>
                  <a:txBody>
                    <a:bodyPr/>
                    <a:p>
                      <a:pPr>
                        <a:spcBef>
                          <a:spcPts val="100"/>
                        </a:spcBef>
                        <a:spcAft>
                          <a:spcPts val="100"/>
                        </a:spcAft>
                      </a:pPr>
                      <a:r>
                        <a:rPr lang="zh-CN" sz="2000">
                          <a:solidFill>
                            <a:srgbClr val="000000"/>
                          </a:solidFill>
                          <a:latin typeface="仿宋" panose="02010609060101010101" charset="-122"/>
                          <a:ea typeface="仿宋" panose="02010609060101010101" charset="-122"/>
                        </a:rPr>
                        <a:t>宿舍缴费</a:t>
                      </a:r>
                      <a:endParaRPr lang="zh-CN" sz="2000">
                        <a:solidFill>
                          <a:srgbClr val="000000"/>
                        </a:solidFill>
                        <a:latin typeface="仿宋" panose="02010609060101010101" charset="-122"/>
                        <a:ea typeface="仿宋" panose="02010609060101010101" charset="-122"/>
                      </a:endParaRPr>
                    </a:p>
                  </a:txBody>
                  <a:tcPr marL="68580" marR="68580" marT="0" marB="0" anchor="t" anchorCtr="0">
                    <a:lnL w="6350" cap="flat" cmpd="sng">
                      <a:solidFill>
                        <a:srgbClr val="FFC94A"/>
                      </a:solidFill>
                      <a:prstDash val="solid"/>
                      <a:headEnd type="none" w="med" len="med"/>
                      <a:tailEnd type="none" w="med" len="med"/>
                    </a:lnL>
                    <a:lnR w="6350" cap="flat" cmpd="sng">
                      <a:solidFill>
                        <a:srgbClr val="FFC94A"/>
                      </a:solidFill>
                      <a:prstDash val="solid"/>
                      <a:headEnd type="none" w="med" len="med"/>
                      <a:tailEnd type="none" w="med" len="med"/>
                    </a:lnR>
                    <a:lnT w="6350" cap="flat" cmpd="sng">
                      <a:solidFill>
                        <a:srgbClr val="FFC94A"/>
                      </a:solidFill>
                      <a:prstDash val="solid"/>
                      <a:headEnd type="none" w="med" len="med"/>
                      <a:tailEnd type="none" w="med" len="med"/>
                    </a:lnT>
                    <a:lnB w="6350" cap="flat" cmpd="sng">
                      <a:solidFill>
                        <a:srgbClr val="FFC94A"/>
                      </a:solidFill>
                      <a:prstDash val="solid"/>
                      <a:headEnd type="none" w="med" len="med"/>
                      <a:tailEnd type="none" w="med" len="med"/>
                    </a:lnB>
                    <a:noFill/>
                  </a:tcPr>
                </a:tc>
              </a:tr>
              <a:tr h="241935">
                <a:tc>
                  <a:txBody>
                    <a:bodyPr/>
                    <a:p>
                      <a:pPr>
                        <a:spcBef>
                          <a:spcPts val="100"/>
                        </a:spcBef>
                        <a:spcAft>
                          <a:spcPts val="100"/>
                        </a:spcAft>
                      </a:pPr>
                      <a:r>
                        <a:rPr lang="zh-CN" sz="2000">
                          <a:solidFill>
                            <a:srgbClr val="000000"/>
                          </a:solidFill>
                          <a:latin typeface="仿宋" panose="02010609060101010101" charset="-122"/>
                          <a:ea typeface="仿宋" panose="02010609060101010101" charset="-122"/>
                        </a:rPr>
                        <a:t>编号</a:t>
                      </a:r>
                      <a:endParaRPr lang="zh-CN" sz="2000">
                        <a:solidFill>
                          <a:srgbClr val="000000"/>
                        </a:solidFill>
                        <a:latin typeface="仿宋" panose="02010609060101010101" charset="-122"/>
                        <a:ea typeface="仿宋" panose="02010609060101010101" charset="-122"/>
                      </a:endParaRPr>
                    </a:p>
                  </a:txBody>
                  <a:tcPr marL="68580" marR="68580" marT="0" marB="0" anchor="t" anchorCtr="0">
                    <a:lnL w="6350" cap="flat" cmpd="sng">
                      <a:solidFill>
                        <a:srgbClr val="FFC94A"/>
                      </a:solidFill>
                      <a:prstDash val="solid"/>
                      <a:headEnd type="none" w="med" len="med"/>
                      <a:tailEnd type="none" w="med" len="med"/>
                    </a:lnL>
                    <a:lnR w="6350" cap="flat" cmpd="sng">
                      <a:solidFill>
                        <a:srgbClr val="FFC94A"/>
                      </a:solidFill>
                      <a:prstDash val="solid"/>
                      <a:headEnd type="none" w="med" len="med"/>
                      <a:tailEnd type="none" w="med" len="med"/>
                    </a:lnR>
                    <a:lnT w="6350" cap="flat" cmpd="sng">
                      <a:solidFill>
                        <a:srgbClr val="FFC94A"/>
                      </a:solidFill>
                      <a:prstDash val="solid"/>
                      <a:headEnd type="none" w="med" len="med"/>
                      <a:tailEnd type="none" w="med" len="med"/>
                    </a:lnT>
                    <a:lnB w="6350" cap="flat" cmpd="sng">
                      <a:solidFill>
                        <a:srgbClr val="FFC94A"/>
                      </a:solidFill>
                      <a:prstDash val="solid"/>
                      <a:headEnd type="none" w="med" len="med"/>
                      <a:tailEnd type="none" w="med" len="med"/>
                    </a:lnB>
                    <a:noFill/>
                  </a:tcPr>
                </a:tc>
                <a:tc>
                  <a:txBody>
                    <a:bodyPr/>
                    <a:p>
                      <a:pPr>
                        <a:spcBef>
                          <a:spcPts val="100"/>
                        </a:spcBef>
                        <a:spcAft>
                          <a:spcPts val="100"/>
                        </a:spcAft>
                      </a:pPr>
                      <a:r>
                        <a:rPr lang="en-US" altLang="zh-CN" sz="2000">
                          <a:solidFill>
                            <a:srgbClr val="000000"/>
                          </a:solidFill>
                          <a:latin typeface="仿宋" panose="02010609060101010101" charset="-122"/>
                          <a:ea typeface="仿宋" panose="02010609060101010101" charset="-122"/>
                        </a:rPr>
                        <a:t>UC07</a:t>
                      </a:r>
                      <a:endParaRPr lang="en-US" altLang="zh-CN" sz="2000">
                        <a:solidFill>
                          <a:srgbClr val="000000"/>
                        </a:solidFill>
                        <a:latin typeface="仿宋" panose="02010609060101010101" charset="-122"/>
                        <a:ea typeface="仿宋" panose="02010609060101010101" charset="-122"/>
                      </a:endParaRPr>
                    </a:p>
                  </a:txBody>
                  <a:tcPr marL="68580" marR="68580" marT="0" marB="0" anchor="t" anchorCtr="0">
                    <a:lnL w="6350" cap="flat" cmpd="sng">
                      <a:solidFill>
                        <a:srgbClr val="FFC94A"/>
                      </a:solidFill>
                      <a:prstDash val="solid"/>
                      <a:headEnd type="none" w="med" len="med"/>
                      <a:tailEnd type="none" w="med" len="med"/>
                    </a:lnL>
                    <a:lnR w="6350" cap="flat" cmpd="sng">
                      <a:solidFill>
                        <a:srgbClr val="FFC94A"/>
                      </a:solidFill>
                      <a:prstDash val="solid"/>
                      <a:headEnd type="none" w="med" len="med"/>
                      <a:tailEnd type="none" w="med" len="med"/>
                    </a:lnR>
                    <a:lnT w="6350" cap="flat" cmpd="sng">
                      <a:solidFill>
                        <a:srgbClr val="FFC94A"/>
                      </a:solidFill>
                      <a:prstDash val="solid"/>
                      <a:headEnd type="none" w="med" len="med"/>
                      <a:tailEnd type="none" w="med" len="med"/>
                    </a:lnT>
                    <a:lnB w="6350" cap="flat" cmpd="sng">
                      <a:solidFill>
                        <a:srgbClr val="FFC94A"/>
                      </a:solidFill>
                      <a:prstDash val="solid"/>
                      <a:headEnd type="none" w="med" len="med"/>
                      <a:tailEnd type="none" w="med" len="med"/>
                    </a:lnB>
                    <a:noFill/>
                  </a:tcPr>
                </a:tc>
              </a:tr>
              <a:tr h="247650">
                <a:tc>
                  <a:txBody>
                    <a:bodyPr/>
                    <a:p>
                      <a:pPr>
                        <a:spcBef>
                          <a:spcPts val="100"/>
                        </a:spcBef>
                        <a:spcAft>
                          <a:spcPts val="100"/>
                        </a:spcAft>
                      </a:pPr>
                      <a:r>
                        <a:rPr lang="zh-CN" sz="2000">
                          <a:solidFill>
                            <a:srgbClr val="000000"/>
                          </a:solidFill>
                          <a:latin typeface="仿宋" panose="02010609060101010101" charset="-122"/>
                          <a:ea typeface="仿宋" panose="02010609060101010101" charset="-122"/>
                        </a:rPr>
                        <a:t>参与者</a:t>
                      </a:r>
                      <a:endParaRPr lang="zh-CN" sz="2000">
                        <a:solidFill>
                          <a:srgbClr val="000000"/>
                        </a:solidFill>
                        <a:latin typeface="仿宋" panose="02010609060101010101" charset="-122"/>
                        <a:ea typeface="仿宋" panose="02010609060101010101" charset="-122"/>
                      </a:endParaRPr>
                    </a:p>
                  </a:txBody>
                  <a:tcPr marL="68580" marR="68580" marT="0" marB="0" anchor="t" anchorCtr="0">
                    <a:lnL w="6350" cap="flat" cmpd="sng">
                      <a:solidFill>
                        <a:srgbClr val="FFC94A"/>
                      </a:solidFill>
                      <a:prstDash val="solid"/>
                      <a:headEnd type="none" w="med" len="med"/>
                      <a:tailEnd type="none" w="med" len="med"/>
                    </a:lnL>
                    <a:lnR w="6350" cap="flat" cmpd="sng">
                      <a:solidFill>
                        <a:srgbClr val="FFC94A"/>
                      </a:solidFill>
                      <a:prstDash val="solid"/>
                      <a:headEnd type="none" w="med" len="med"/>
                      <a:tailEnd type="none" w="med" len="med"/>
                    </a:lnR>
                    <a:lnT w="6350" cap="flat" cmpd="sng">
                      <a:solidFill>
                        <a:srgbClr val="FFC94A"/>
                      </a:solidFill>
                      <a:prstDash val="solid"/>
                      <a:headEnd type="none" w="med" len="med"/>
                      <a:tailEnd type="none" w="med" len="med"/>
                    </a:lnT>
                    <a:lnB w="6350" cap="flat" cmpd="sng">
                      <a:solidFill>
                        <a:srgbClr val="FFC94A"/>
                      </a:solidFill>
                      <a:prstDash val="solid"/>
                      <a:headEnd type="none" w="med" len="med"/>
                      <a:tailEnd type="none" w="med" len="med"/>
                    </a:lnB>
                    <a:noFill/>
                  </a:tcPr>
                </a:tc>
                <a:tc>
                  <a:txBody>
                    <a:bodyPr/>
                    <a:p>
                      <a:pPr>
                        <a:spcBef>
                          <a:spcPts val="100"/>
                        </a:spcBef>
                        <a:spcAft>
                          <a:spcPts val="100"/>
                        </a:spcAft>
                      </a:pPr>
                      <a:r>
                        <a:rPr lang="zh-CN" sz="2000">
                          <a:solidFill>
                            <a:srgbClr val="000000"/>
                          </a:solidFill>
                          <a:latin typeface="仿宋" panose="02010609060101010101" charset="-122"/>
                          <a:ea typeface="仿宋" panose="02010609060101010101" charset="-122"/>
                        </a:rPr>
                        <a:t>学生，宿管，系统管理员</a:t>
                      </a:r>
                      <a:endParaRPr lang="zh-CN" sz="2000">
                        <a:solidFill>
                          <a:srgbClr val="000000"/>
                        </a:solidFill>
                        <a:latin typeface="仿宋" panose="02010609060101010101" charset="-122"/>
                        <a:ea typeface="仿宋" panose="02010609060101010101" charset="-122"/>
                      </a:endParaRPr>
                    </a:p>
                  </a:txBody>
                  <a:tcPr marL="68580" marR="68580" marT="0" marB="0" anchor="t" anchorCtr="0">
                    <a:lnL w="6350" cap="flat" cmpd="sng">
                      <a:solidFill>
                        <a:srgbClr val="FFC94A"/>
                      </a:solidFill>
                      <a:prstDash val="solid"/>
                      <a:headEnd type="none" w="med" len="med"/>
                      <a:tailEnd type="none" w="med" len="med"/>
                    </a:lnL>
                    <a:lnR w="6350" cap="flat" cmpd="sng">
                      <a:solidFill>
                        <a:srgbClr val="FFC94A"/>
                      </a:solidFill>
                      <a:prstDash val="solid"/>
                      <a:headEnd type="none" w="med" len="med"/>
                      <a:tailEnd type="none" w="med" len="med"/>
                    </a:lnR>
                    <a:lnT w="6350" cap="flat" cmpd="sng">
                      <a:solidFill>
                        <a:srgbClr val="FFC94A"/>
                      </a:solidFill>
                      <a:prstDash val="solid"/>
                      <a:headEnd type="none" w="med" len="med"/>
                      <a:tailEnd type="none" w="med" len="med"/>
                    </a:lnT>
                    <a:lnB w="6350" cap="flat" cmpd="sng">
                      <a:solidFill>
                        <a:srgbClr val="FFC94A"/>
                      </a:solidFill>
                      <a:prstDash val="solid"/>
                      <a:headEnd type="none" w="med" len="med"/>
                      <a:tailEnd type="none" w="med" len="med"/>
                    </a:lnB>
                    <a:noFill/>
                  </a:tcPr>
                </a:tc>
              </a:tr>
              <a:tr h="241935">
                <a:tc>
                  <a:txBody>
                    <a:bodyPr/>
                    <a:p>
                      <a:pPr>
                        <a:spcBef>
                          <a:spcPts val="100"/>
                        </a:spcBef>
                        <a:spcAft>
                          <a:spcPts val="100"/>
                        </a:spcAft>
                      </a:pPr>
                      <a:r>
                        <a:rPr lang="zh-CN" sz="2000">
                          <a:solidFill>
                            <a:srgbClr val="000000"/>
                          </a:solidFill>
                          <a:latin typeface="仿宋" panose="02010609060101010101" charset="-122"/>
                          <a:ea typeface="仿宋" panose="02010609060101010101" charset="-122"/>
                        </a:rPr>
                        <a:t>前置条件</a:t>
                      </a:r>
                      <a:endParaRPr lang="zh-CN" sz="2000">
                        <a:solidFill>
                          <a:srgbClr val="000000"/>
                        </a:solidFill>
                        <a:latin typeface="仿宋" panose="02010609060101010101" charset="-122"/>
                        <a:ea typeface="仿宋" panose="02010609060101010101" charset="-122"/>
                      </a:endParaRPr>
                    </a:p>
                  </a:txBody>
                  <a:tcPr marL="68580" marR="68580" marT="0" marB="0" anchor="t" anchorCtr="0">
                    <a:lnL w="6350" cap="flat" cmpd="sng">
                      <a:solidFill>
                        <a:srgbClr val="FFC94A"/>
                      </a:solidFill>
                      <a:prstDash val="solid"/>
                      <a:headEnd type="none" w="med" len="med"/>
                      <a:tailEnd type="none" w="med" len="med"/>
                    </a:lnL>
                    <a:lnR w="6350" cap="flat" cmpd="sng">
                      <a:solidFill>
                        <a:srgbClr val="FFC94A"/>
                      </a:solidFill>
                      <a:prstDash val="solid"/>
                      <a:headEnd type="none" w="med" len="med"/>
                      <a:tailEnd type="none" w="med" len="med"/>
                    </a:lnR>
                    <a:lnT w="6350" cap="flat" cmpd="sng">
                      <a:solidFill>
                        <a:srgbClr val="FFC94A"/>
                      </a:solidFill>
                      <a:prstDash val="solid"/>
                      <a:headEnd type="none" w="med" len="med"/>
                      <a:tailEnd type="none" w="med" len="med"/>
                    </a:lnT>
                    <a:lnB w="6350" cap="flat" cmpd="sng">
                      <a:solidFill>
                        <a:srgbClr val="FFC94A"/>
                      </a:solidFill>
                      <a:prstDash val="solid"/>
                      <a:headEnd type="none" w="med" len="med"/>
                      <a:tailEnd type="none" w="med" len="med"/>
                    </a:lnB>
                    <a:noFill/>
                  </a:tcPr>
                </a:tc>
                <a:tc>
                  <a:txBody>
                    <a:bodyPr/>
                    <a:p>
                      <a:pPr>
                        <a:spcBef>
                          <a:spcPts val="100"/>
                        </a:spcBef>
                        <a:spcAft>
                          <a:spcPts val="100"/>
                        </a:spcAft>
                      </a:pPr>
                      <a:r>
                        <a:rPr lang="zh-CN" sz="2000">
                          <a:solidFill>
                            <a:srgbClr val="000000"/>
                          </a:solidFill>
                          <a:latin typeface="仿宋" panose="02010609060101010101" charset="-122"/>
                          <a:ea typeface="仿宋" panose="02010609060101010101" charset="-122"/>
                        </a:rPr>
                        <a:t>已登录且用户类型正确</a:t>
                      </a:r>
                      <a:endParaRPr lang="zh-CN" sz="2000">
                        <a:solidFill>
                          <a:srgbClr val="000000"/>
                        </a:solidFill>
                        <a:latin typeface="仿宋" panose="02010609060101010101" charset="-122"/>
                        <a:ea typeface="仿宋" panose="02010609060101010101" charset="-122"/>
                      </a:endParaRPr>
                    </a:p>
                  </a:txBody>
                  <a:tcPr marL="68580" marR="68580" marT="0" marB="0" anchor="t" anchorCtr="0">
                    <a:lnL w="6350" cap="flat" cmpd="sng">
                      <a:solidFill>
                        <a:srgbClr val="FFC94A"/>
                      </a:solidFill>
                      <a:prstDash val="solid"/>
                      <a:headEnd type="none" w="med" len="med"/>
                      <a:tailEnd type="none" w="med" len="med"/>
                    </a:lnL>
                    <a:lnR w="6350" cap="flat" cmpd="sng">
                      <a:solidFill>
                        <a:srgbClr val="FFC94A"/>
                      </a:solidFill>
                      <a:prstDash val="solid"/>
                      <a:headEnd type="none" w="med" len="med"/>
                      <a:tailEnd type="none" w="med" len="med"/>
                    </a:lnR>
                    <a:lnT w="6350" cap="flat" cmpd="sng">
                      <a:solidFill>
                        <a:srgbClr val="FFC94A"/>
                      </a:solidFill>
                      <a:prstDash val="solid"/>
                      <a:headEnd type="none" w="med" len="med"/>
                      <a:tailEnd type="none" w="med" len="med"/>
                    </a:lnT>
                    <a:lnB w="6350" cap="flat" cmpd="sng">
                      <a:solidFill>
                        <a:srgbClr val="FFC94A"/>
                      </a:solidFill>
                      <a:prstDash val="solid"/>
                      <a:headEnd type="none" w="med" len="med"/>
                      <a:tailEnd type="none" w="med" len="med"/>
                    </a:lnB>
                    <a:noFill/>
                  </a:tcPr>
                </a:tc>
              </a:tr>
              <a:tr h="635000">
                <a:tc>
                  <a:txBody>
                    <a:bodyPr/>
                    <a:p>
                      <a:pPr>
                        <a:spcBef>
                          <a:spcPts val="100"/>
                        </a:spcBef>
                        <a:spcAft>
                          <a:spcPts val="100"/>
                        </a:spcAft>
                      </a:pPr>
                      <a:r>
                        <a:rPr lang="zh-CN" sz="2000">
                          <a:solidFill>
                            <a:srgbClr val="000000"/>
                          </a:solidFill>
                          <a:latin typeface="仿宋" panose="02010609060101010101" charset="-122"/>
                          <a:ea typeface="仿宋" panose="02010609060101010101" charset="-122"/>
                        </a:rPr>
                        <a:t>事件流</a:t>
                      </a:r>
                      <a:endParaRPr lang="zh-CN" sz="2000">
                        <a:solidFill>
                          <a:srgbClr val="000000"/>
                        </a:solidFill>
                        <a:latin typeface="仿宋" panose="02010609060101010101" charset="-122"/>
                        <a:ea typeface="仿宋" panose="02010609060101010101" charset="-122"/>
                      </a:endParaRPr>
                    </a:p>
                  </a:txBody>
                  <a:tcPr marL="68580" marR="68580" marT="0" marB="0" anchor="t" anchorCtr="0">
                    <a:lnL w="6350" cap="flat" cmpd="sng">
                      <a:solidFill>
                        <a:srgbClr val="FFC94A"/>
                      </a:solidFill>
                      <a:prstDash val="solid"/>
                      <a:headEnd type="none" w="med" len="med"/>
                      <a:tailEnd type="none" w="med" len="med"/>
                    </a:lnL>
                    <a:lnR w="6350" cap="flat" cmpd="sng">
                      <a:solidFill>
                        <a:srgbClr val="FFC94A"/>
                      </a:solidFill>
                      <a:prstDash val="solid"/>
                      <a:headEnd type="none" w="med" len="med"/>
                      <a:tailEnd type="none" w="med" len="med"/>
                    </a:lnR>
                    <a:lnT w="6350" cap="flat" cmpd="sng">
                      <a:solidFill>
                        <a:srgbClr val="FFC94A"/>
                      </a:solidFill>
                      <a:prstDash val="solid"/>
                      <a:headEnd type="none" w="med" len="med"/>
                      <a:tailEnd type="none" w="med" len="med"/>
                    </a:lnT>
                    <a:lnB w="6350" cap="flat" cmpd="sng">
                      <a:solidFill>
                        <a:srgbClr val="FFC94A"/>
                      </a:solidFill>
                      <a:prstDash val="solid"/>
                      <a:headEnd type="none" w="med" len="med"/>
                      <a:tailEnd type="none" w="med" len="med"/>
                    </a:lnB>
                    <a:noFill/>
                  </a:tcPr>
                </a:tc>
                <a:tc>
                  <a:txBody>
                    <a:bodyPr/>
                    <a:p>
                      <a:pPr>
                        <a:spcBef>
                          <a:spcPts val="100"/>
                        </a:spcBef>
                        <a:spcAft>
                          <a:spcPts val="100"/>
                        </a:spcAft>
                      </a:pPr>
                      <a:r>
                        <a:rPr lang="en-US" altLang="zh-CN" sz="2000">
                          <a:solidFill>
                            <a:srgbClr val="000000"/>
                          </a:solidFill>
                          <a:latin typeface="仿宋" panose="02010609060101010101" charset="-122"/>
                          <a:ea typeface="仿宋" panose="02010609060101010101" charset="-122"/>
                        </a:rPr>
                        <a:t>1. </a:t>
                      </a:r>
                      <a:r>
                        <a:rPr lang="zh-CN" sz="2000">
                          <a:solidFill>
                            <a:srgbClr val="000000"/>
                          </a:solidFill>
                          <a:latin typeface="仿宋" panose="02010609060101010101" charset="-122"/>
                          <a:ea typeface="仿宋" panose="02010609060101010101" charset="-122"/>
                        </a:rPr>
                        <a:t>学生缴纳水电费</a:t>
                      </a:r>
                      <a:br>
                        <a:rPr lang="zh-CN" altLang="en-US" sz="2000">
                          <a:solidFill>
                            <a:srgbClr val="000000"/>
                          </a:solidFill>
                          <a:latin typeface="仿宋" panose="02010609060101010101" charset="-122"/>
                          <a:ea typeface="仿宋" panose="02010609060101010101" charset="-122"/>
                        </a:rPr>
                      </a:br>
                      <a:r>
                        <a:rPr lang="en-US" altLang="zh-CN" sz="2000">
                          <a:solidFill>
                            <a:srgbClr val="000000"/>
                          </a:solidFill>
                          <a:latin typeface="仿宋" panose="02010609060101010101" charset="-122"/>
                          <a:ea typeface="仿宋" panose="02010609060101010101" charset="-122"/>
                        </a:rPr>
                        <a:t>2. </a:t>
                      </a:r>
                      <a:r>
                        <a:rPr lang="zh-CN" sz="2000">
                          <a:solidFill>
                            <a:srgbClr val="000000"/>
                          </a:solidFill>
                          <a:latin typeface="仿宋" panose="02010609060101010101" charset="-122"/>
                          <a:ea typeface="仿宋" panose="02010609060101010101" charset="-122"/>
                        </a:rPr>
                        <a:t>查看缴费记录</a:t>
                      </a:r>
                      <a:br>
                        <a:rPr lang="zh-CN" altLang="en-US" sz="2000">
                          <a:solidFill>
                            <a:srgbClr val="000000"/>
                          </a:solidFill>
                          <a:latin typeface="仿宋" panose="02010609060101010101" charset="-122"/>
                          <a:ea typeface="仿宋" panose="02010609060101010101" charset="-122"/>
                        </a:rPr>
                      </a:br>
                      <a:r>
                        <a:rPr lang="en-US" altLang="zh-CN" sz="2000">
                          <a:solidFill>
                            <a:srgbClr val="000000"/>
                          </a:solidFill>
                          <a:latin typeface="仿宋" panose="02010609060101010101" charset="-122"/>
                          <a:ea typeface="仿宋" panose="02010609060101010101" charset="-122"/>
                        </a:rPr>
                        <a:t>3. </a:t>
                      </a:r>
                      <a:r>
                        <a:rPr lang="zh-CN" sz="2000">
                          <a:solidFill>
                            <a:srgbClr val="000000"/>
                          </a:solidFill>
                          <a:latin typeface="仿宋" panose="02010609060101010101" charset="-122"/>
                          <a:ea typeface="仿宋" panose="02010609060101010101" charset="-122"/>
                        </a:rPr>
                        <a:t>宿管查看所有缴费记录</a:t>
                      </a:r>
                      <a:endParaRPr lang="zh-CN" sz="2000">
                        <a:solidFill>
                          <a:srgbClr val="000000"/>
                        </a:solidFill>
                        <a:latin typeface="仿宋" panose="02010609060101010101" charset="-122"/>
                        <a:ea typeface="仿宋" panose="02010609060101010101" charset="-122"/>
                      </a:endParaRPr>
                    </a:p>
                  </a:txBody>
                  <a:tcPr marL="68580" marR="68580" marT="0" marB="0" anchor="t" anchorCtr="0">
                    <a:lnL w="6350" cap="flat" cmpd="sng">
                      <a:solidFill>
                        <a:srgbClr val="FFC94A"/>
                      </a:solidFill>
                      <a:prstDash val="solid"/>
                      <a:headEnd type="none" w="med" len="med"/>
                      <a:tailEnd type="none" w="med" len="med"/>
                    </a:lnL>
                    <a:lnR w="6350" cap="flat" cmpd="sng">
                      <a:solidFill>
                        <a:srgbClr val="FFC94A"/>
                      </a:solidFill>
                      <a:prstDash val="solid"/>
                      <a:headEnd type="none" w="med" len="med"/>
                      <a:tailEnd type="none" w="med" len="med"/>
                    </a:lnR>
                    <a:lnT w="6350" cap="flat" cmpd="sng">
                      <a:solidFill>
                        <a:srgbClr val="FFC94A"/>
                      </a:solidFill>
                      <a:prstDash val="solid"/>
                      <a:headEnd type="none" w="med" len="med"/>
                      <a:tailEnd type="none" w="med" len="med"/>
                    </a:lnT>
                    <a:lnB w="6350" cap="flat" cmpd="sng">
                      <a:solidFill>
                        <a:srgbClr val="FFC94A"/>
                      </a:solidFill>
                      <a:prstDash val="solid"/>
                      <a:headEnd type="none" w="med" len="med"/>
                      <a:tailEnd type="none" w="med" len="med"/>
                    </a:lnB>
                    <a:noFill/>
                  </a:tcPr>
                </a:tc>
              </a:tr>
              <a:tr h="241935">
                <a:tc>
                  <a:txBody>
                    <a:bodyPr/>
                    <a:p>
                      <a:pPr>
                        <a:spcBef>
                          <a:spcPts val="100"/>
                        </a:spcBef>
                        <a:spcAft>
                          <a:spcPts val="100"/>
                        </a:spcAft>
                      </a:pPr>
                      <a:r>
                        <a:rPr lang="zh-CN" sz="2000">
                          <a:solidFill>
                            <a:srgbClr val="000000"/>
                          </a:solidFill>
                          <a:latin typeface="仿宋" panose="02010609060101010101" charset="-122"/>
                          <a:ea typeface="仿宋" panose="02010609060101010101" charset="-122"/>
                        </a:rPr>
                        <a:t>后置条件</a:t>
                      </a:r>
                      <a:endParaRPr lang="zh-CN" sz="2000">
                        <a:solidFill>
                          <a:srgbClr val="000000"/>
                        </a:solidFill>
                        <a:latin typeface="仿宋" panose="02010609060101010101" charset="-122"/>
                        <a:ea typeface="仿宋" panose="02010609060101010101" charset="-122"/>
                      </a:endParaRPr>
                    </a:p>
                  </a:txBody>
                  <a:tcPr marL="68580" marR="68580" marT="0" marB="0" anchor="t" anchorCtr="0">
                    <a:lnL w="6350" cap="flat" cmpd="sng">
                      <a:solidFill>
                        <a:srgbClr val="FFC94A"/>
                      </a:solidFill>
                      <a:prstDash val="solid"/>
                      <a:headEnd type="none" w="med" len="med"/>
                      <a:tailEnd type="none" w="med" len="med"/>
                    </a:lnL>
                    <a:lnR w="6350" cap="flat" cmpd="sng">
                      <a:solidFill>
                        <a:srgbClr val="FFC94A"/>
                      </a:solidFill>
                      <a:prstDash val="solid"/>
                      <a:headEnd type="none" w="med" len="med"/>
                      <a:tailEnd type="none" w="med" len="med"/>
                    </a:lnR>
                    <a:lnT w="6350" cap="flat" cmpd="sng">
                      <a:solidFill>
                        <a:srgbClr val="FFC94A"/>
                      </a:solidFill>
                      <a:prstDash val="solid"/>
                      <a:headEnd type="none" w="med" len="med"/>
                      <a:tailEnd type="none" w="med" len="med"/>
                    </a:lnT>
                    <a:lnB w="6350" cap="flat" cmpd="sng">
                      <a:solidFill>
                        <a:srgbClr val="FFC94A"/>
                      </a:solidFill>
                      <a:prstDash val="solid"/>
                      <a:headEnd type="none" w="med" len="med"/>
                      <a:tailEnd type="none" w="med" len="med"/>
                    </a:lnB>
                    <a:noFill/>
                  </a:tcPr>
                </a:tc>
                <a:tc>
                  <a:txBody>
                    <a:bodyPr/>
                    <a:p>
                      <a:pPr>
                        <a:spcBef>
                          <a:spcPts val="100"/>
                        </a:spcBef>
                        <a:spcAft>
                          <a:spcPts val="100"/>
                        </a:spcAft>
                      </a:pPr>
                      <a:r>
                        <a:rPr lang="zh-CN" sz="2000">
                          <a:solidFill>
                            <a:srgbClr val="000000"/>
                          </a:solidFill>
                          <a:latin typeface="仿宋" panose="02010609060101010101" charset="-122"/>
                          <a:ea typeface="仿宋" panose="02010609060101010101" charset="-122"/>
                        </a:rPr>
                        <a:t>后台缴费信息更新</a:t>
                      </a:r>
                      <a:endParaRPr lang="zh-CN" sz="2000">
                        <a:solidFill>
                          <a:srgbClr val="000000"/>
                        </a:solidFill>
                        <a:latin typeface="仿宋" panose="02010609060101010101" charset="-122"/>
                        <a:ea typeface="仿宋" panose="02010609060101010101" charset="-122"/>
                      </a:endParaRPr>
                    </a:p>
                  </a:txBody>
                  <a:tcPr marL="68580" marR="68580" marT="0" marB="0" anchor="t" anchorCtr="0">
                    <a:lnL w="6350" cap="flat" cmpd="sng">
                      <a:solidFill>
                        <a:srgbClr val="FFC94A"/>
                      </a:solidFill>
                      <a:prstDash val="solid"/>
                      <a:headEnd type="none" w="med" len="med"/>
                      <a:tailEnd type="none" w="med" len="med"/>
                    </a:lnL>
                    <a:lnR w="6350" cap="flat" cmpd="sng">
                      <a:solidFill>
                        <a:srgbClr val="FFC94A"/>
                      </a:solidFill>
                      <a:prstDash val="solid"/>
                      <a:headEnd type="none" w="med" len="med"/>
                      <a:tailEnd type="none" w="med" len="med"/>
                    </a:lnR>
                    <a:lnT w="6350" cap="flat" cmpd="sng">
                      <a:solidFill>
                        <a:srgbClr val="FFC94A"/>
                      </a:solidFill>
                      <a:prstDash val="solid"/>
                      <a:headEnd type="none" w="med" len="med"/>
                      <a:tailEnd type="none" w="med" len="med"/>
                    </a:lnT>
                    <a:lnB w="6350" cap="flat" cmpd="sng">
                      <a:solidFill>
                        <a:srgbClr val="FFC94A"/>
                      </a:solidFill>
                      <a:prstDash val="solid"/>
                      <a:headEnd type="none" w="med" len="med"/>
                      <a:tailEnd type="none" w="med" len="med"/>
                    </a:lnB>
                    <a:noFill/>
                  </a:tcPr>
                </a:tc>
              </a:tr>
            </a:tbl>
          </a:graphicData>
        </a:graphic>
      </p:graphicFrame>
    </p:spTree>
    <p:custDataLst>
      <p:tags r:id="rId3"/>
    </p:custData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标题 16"/>
          <p:cNvSpPr>
            <a:spLocks noGrp="1"/>
          </p:cNvSpPr>
          <p:nvPr>
            <p:ph type="title"/>
            <p:custDataLst>
              <p:tags r:id="rId1"/>
            </p:custDataLst>
          </p:nvPr>
        </p:nvSpPr>
        <p:spPr>
          <a:xfrm>
            <a:off x="695960" y="149180"/>
            <a:ext cx="10800000" cy="720000"/>
          </a:xfrm>
        </p:spPr>
        <p:txBody>
          <a:bodyPr/>
          <a:lstStyle/>
          <a:p>
            <a:r>
              <a:rPr lang="zh-CN" altLang="en-US" spc="300" dirty="0">
                <a:latin typeface="+mn-ea"/>
                <a:sym typeface="+mn-ea"/>
              </a:rPr>
              <a:t>用例图</a:t>
            </a:r>
            <a:r>
              <a:rPr lang="en-US" altLang="zh-CN" spc="300" dirty="0">
                <a:latin typeface="+mn-ea"/>
                <a:sym typeface="+mn-ea"/>
              </a:rPr>
              <a:t>:</a:t>
            </a:r>
            <a:r>
              <a:rPr lang="zh-CN" altLang="en-US" dirty="0">
                <a:solidFill>
                  <a:schemeClr val="accent1"/>
                </a:solidFill>
                <a:latin typeface="+mn-ea"/>
                <a:cs typeface="+mn-ea"/>
                <a:sym typeface="+mn-ea"/>
              </a:rPr>
              <a:t>设备和维修管理子系统</a:t>
            </a:r>
            <a:endParaRPr lang="zh-CN" altLang="en-US" dirty="0">
              <a:solidFill>
                <a:schemeClr val="accent1"/>
              </a:solidFill>
              <a:latin typeface="+mn-ea"/>
              <a:cs typeface="+mn-ea"/>
              <a:sym typeface="+mn-ea"/>
            </a:endParaRPr>
          </a:p>
        </p:txBody>
      </p:sp>
      <p:sp>
        <p:nvSpPr>
          <p:cNvPr id="4" name="文本框 3"/>
          <p:cNvSpPr txBox="1"/>
          <p:nvPr/>
        </p:nvSpPr>
        <p:spPr>
          <a:xfrm>
            <a:off x="3556000" y="2244725"/>
            <a:ext cx="3013075" cy="275590"/>
          </a:xfrm>
          <a:prstGeom prst="rect">
            <a:avLst/>
          </a:prstGeom>
        </p:spPr>
        <p:txBody>
          <a:bodyPr wrap="square">
            <a:spAutoFit/>
          </a:bodyPr>
          <a:p>
            <a:pPr defTabSz="266700">
              <a:spcBef>
                <a:spcPts val="400"/>
              </a:spcBef>
              <a:spcAft>
                <a:spcPts val="200"/>
              </a:spcAft>
            </a:pPr>
            <a:r>
              <a:rPr lang="zh-CN" altLang="en-US" sz="1200" b="1">
                <a:solidFill>
                  <a:srgbClr val="0F4761"/>
                </a:solidFill>
                <a:latin typeface="仿宋" panose="02010609060101010101" charset="-122"/>
                <a:ea typeface="等线 Light" panose="02010600030101010101" charset="-122"/>
              </a:rPr>
              <a:t>用例名</a:t>
            </a:r>
            <a:r>
              <a:rPr lang="en-US" altLang="zh-CN" sz="1200" b="1">
                <a:solidFill>
                  <a:srgbClr val="0F4761"/>
                </a:solidFill>
                <a:latin typeface="仿宋" panose="02010609060101010101" charset="-122"/>
                <a:ea typeface="等线 Light" panose="02010600030101010101" charset="-122"/>
              </a:rPr>
              <a:t>:</a:t>
            </a:r>
            <a:r>
              <a:rPr lang="en-US" altLang="zh-CN" sz="1200" b="1">
                <a:solidFill>
                  <a:srgbClr val="0F4761"/>
                </a:solidFill>
                <a:latin typeface="仿宋" panose="02010609060101010101" charset="-122"/>
                <a:ea typeface="等线 Light" panose="02010600030101010101" charset="-122"/>
              </a:rPr>
              <a:t> </a:t>
            </a:r>
            <a:r>
              <a:rPr lang="zh-CN" altLang="en-US" sz="1200" b="1">
                <a:solidFill>
                  <a:srgbClr val="0F4761"/>
                </a:solidFill>
                <a:latin typeface="仿宋" panose="02010609060101010101" charset="-122"/>
                <a:ea typeface="等线 Light" panose="02010600030101010101" charset="-122"/>
              </a:rPr>
              <a:t>宿舍缴费（</a:t>
            </a:r>
            <a:r>
              <a:rPr lang="en-US" altLang="zh-CN" sz="1200" b="1">
                <a:solidFill>
                  <a:srgbClr val="0F4761"/>
                </a:solidFill>
                <a:latin typeface="仿宋" panose="02010609060101010101" charset="-122"/>
                <a:ea typeface="等线 Light" panose="02010600030101010101" charset="-122"/>
              </a:rPr>
              <a:t>UC07</a:t>
            </a:r>
            <a:r>
              <a:rPr lang="zh-CN" altLang="en-US" sz="1200" b="1">
                <a:solidFill>
                  <a:srgbClr val="0F4761"/>
                </a:solidFill>
                <a:latin typeface="仿宋" panose="02010609060101010101" charset="-122"/>
                <a:ea typeface="等线 Light" panose="02010600030101010101" charset="-122"/>
              </a:rPr>
              <a:t>）</a:t>
            </a:r>
            <a:endParaRPr lang="zh-CN" altLang="en-US"/>
          </a:p>
        </p:txBody>
      </p:sp>
      <p:pic>
        <p:nvPicPr>
          <p:cNvPr id="3" name="图片 2" descr="Equipment and maintenance management subsystem(UCD)"/>
          <p:cNvPicPr>
            <a:picLocks noChangeAspect="1"/>
          </p:cNvPicPr>
          <p:nvPr/>
        </p:nvPicPr>
        <p:blipFill>
          <a:blip r:embed="rId2"/>
          <a:srcRect t="3515"/>
          <a:stretch>
            <a:fillRect/>
          </a:stretch>
        </p:blipFill>
        <p:spPr>
          <a:xfrm>
            <a:off x="254635" y="993775"/>
            <a:ext cx="7200900" cy="5699760"/>
          </a:xfrm>
          <a:prstGeom prst="rect">
            <a:avLst/>
          </a:prstGeom>
        </p:spPr>
      </p:pic>
      <p:sp>
        <p:nvSpPr>
          <p:cNvPr id="6" name="文本框 5"/>
          <p:cNvSpPr txBox="1"/>
          <p:nvPr/>
        </p:nvSpPr>
        <p:spPr>
          <a:xfrm>
            <a:off x="7455535" y="1254125"/>
            <a:ext cx="3148330" cy="337185"/>
          </a:xfrm>
          <a:prstGeom prst="rect">
            <a:avLst/>
          </a:prstGeom>
        </p:spPr>
        <p:txBody>
          <a:bodyPr wrap="square">
            <a:spAutoFit/>
          </a:bodyPr>
          <a:p>
            <a:pPr defTabSz="266700">
              <a:spcBef>
                <a:spcPts val="400"/>
              </a:spcBef>
              <a:spcAft>
                <a:spcPts val="200"/>
              </a:spcAft>
            </a:pPr>
            <a:r>
              <a:rPr lang="zh-CN" altLang="en-US" sz="1600" b="1">
                <a:solidFill>
                  <a:srgbClr val="0F4761"/>
                </a:solidFill>
                <a:latin typeface="仿宋" panose="02010609060101010101" charset="-122"/>
                <a:ea typeface="等线 Light" panose="02010600030101010101" charset="-122"/>
              </a:rPr>
              <a:t>用例名</a:t>
            </a:r>
            <a:r>
              <a:rPr lang="en-US" altLang="zh-CN" sz="1600" b="1">
                <a:solidFill>
                  <a:srgbClr val="0F4761"/>
                </a:solidFill>
                <a:latin typeface="仿宋" panose="02010609060101010101" charset="-122"/>
                <a:ea typeface="等线 Light" panose="02010600030101010101" charset="-122"/>
              </a:rPr>
              <a:t>: </a:t>
            </a:r>
            <a:r>
              <a:rPr lang="zh-CN" altLang="en-US" sz="1600" b="1">
                <a:solidFill>
                  <a:srgbClr val="0F4761"/>
                </a:solidFill>
                <a:latin typeface="仿宋" panose="02010609060101010101" charset="-122"/>
                <a:ea typeface="等线 Light" panose="02010600030101010101" charset="-122"/>
              </a:rPr>
              <a:t>宿舍设备维修（</a:t>
            </a:r>
            <a:r>
              <a:rPr lang="en-US" altLang="zh-CN" sz="1600" b="1">
                <a:solidFill>
                  <a:srgbClr val="0F4761"/>
                </a:solidFill>
                <a:latin typeface="仿宋" panose="02010609060101010101" charset="-122"/>
                <a:ea typeface="等线 Light" panose="02010600030101010101" charset="-122"/>
              </a:rPr>
              <a:t>UC06</a:t>
            </a:r>
            <a:r>
              <a:rPr lang="zh-CN" altLang="en-US" sz="1600" b="1">
                <a:solidFill>
                  <a:srgbClr val="0F4761"/>
                </a:solidFill>
                <a:latin typeface="仿宋" panose="02010609060101010101" charset="-122"/>
                <a:ea typeface="等线 Light" panose="02010600030101010101" charset="-122"/>
              </a:rPr>
              <a:t>）</a:t>
            </a:r>
            <a:endParaRPr lang="zh-CN" altLang="en-US" sz="1600" b="1">
              <a:solidFill>
                <a:srgbClr val="0F4761"/>
              </a:solidFill>
              <a:latin typeface="仿宋" panose="02010609060101010101" charset="-122"/>
              <a:ea typeface="等线 Light" panose="02010600030101010101" charset="-122"/>
            </a:endParaRPr>
          </a:p>
        </p:txBody>
      </p:sp>
      <p:graphicFrame>
        <p:nvGraphicFramePr>
          <p:cNvPr id="7" name="表格 6"/>
          <p:cNvGraphicFramePr/>
          <p:nvPr>
            <p:custDataLst>
              <p:tags r:id="rId3"/>
            </p:custDataLst>
          </p:nvPr>
        </p:nvGraphicFramePr>
        <p:xfrm>
          <a:off x="7455535" y="1752600"/>
          <a:ext cx="4541520" cy="3352800"/>
        </p:xfrm>
        <a:graphic>
          <a:graphicData uri="http://schemas.openxmlformats.org/drawingml/2006/table">
            <a:tbl>
              <a:tblPr/>
              <a:tblGrid>
                <a:gridCol w="1316355"/>
                <a:gridCol w="3225165"/>
              </a:tblGrid>
              <a:tr h="0">
                <a:tc>
                  <a:txBody>
                    <a:bodyPr/>
                    <a:p>
                      <a:pPr>
                        <a:spcBef>
                          <a:spcPts val="100"/>
                        </a:spcBef>
                        <a:spcAft>
                          <a:spcPts val="100"/>
                        </a:spcAft>
                      </a:pPr>
                      <a:r>
                        <a:rPr lang="zh-CN" sz="2000" b="1">
                          <a:solidFill>
                            <a:srgbClr val="000000"/>
                          </a:solidFill>
                          <a:latin typeface="仿宋" panose="02010609060101010101" charset="-122"/>
                          <a:ea typeface="仿宋" panose="02010609060101010101" charset="-122"/>
                        </a:rPr>
                        <a:t>属性</a:t>
                      </a:r>
                      <a:endParaRPr lang="zh-CN" sz="2000" b="1">
                        <a:solidFill>
                          <a:srgbClr val="000000"/>
                        </a:solidFill>
                        <a:latin typeface="仿宋" panose="02010609060101010101" charset="-122"/>
                        <a:ea typeface="仿宋" panose="02010609060101010101" charset="-122"/>
                      </a:endParaRPr>
                    </a:p>
                  </a:txBody>
                  <a:tcPr marL="68580" marR="68580" marT="0" marB="0" anchor="t" anchorCtr="0">
                    <a:lnL w="6350" cap="flat" cmpd="sng">
                      <a:solidFill>
                        <a:srgbClr val="FFC94A"/>
                      </a:solidFill>
                      <a:prstDash val="solid"/>
                      <a:headEnd type="none" w="med" len="med"/>
                      <a:tailEnd type="none" w="med" len="med"/>
                    </a:lnL>
                    <a:lnR w="6350" cap="flat" cmpd="sng">
                      <a:solidFill>
                        <a:srgbClr val="FFC94A"/>
                      </a:solidFill>
                      <a:prstDash val="solid"/>
                      <a:headEnd type="none" w="med" len="med"/>
                      <a:tailEnd type="none" w="med" len="med"/>
                    </a:lnR>
                    <a:lnT w="6350" cap="flat" cmpd="sng">
                      <a:solidFill>
                        <a:srgbClr val="FFC94A"/>
                      </a:solidFill>
                      <a:prstDash val="solid"/>
                      <a:headEnd type="none" w="med" len="med"/>
                      <a:tailEnd type="none" w="med" len="med"/>
                    </a:lnT>
                    <a:lnB w="6350" cap="flat" cmpd="sng">
                      <a:solidFill>
                        <a:srgbClr val="FFC94A"/>
                      </a:solidFill>
                      <a:prstDash val="solid"/>
                      <a:headEnd type="none" w="med" len="med"/>
                      <a:tailEnd type="none" w="med" len="med"/>
                    </a:lnB>
                    <a:solidFill>
                      <a:srgbClr val="FFC94A"/>
                    </a:solidFill>
                  </a:tcPr>
                </a:tc>
                <a:tc>
                  <a:txBody>
                    <a:bodyPr/>
                    <a:p>
                      <a:pPr>
                        <a:spcBef>
                          <a:spcPts val="100"/>
                        </a:spcBef>
                        <a:spcAft>
                          <a:spcPts val="100"/>
                        </a:spcAft>
                      </a:pPr>
                      <a:r>
                        <a:rPr lang="zh-CN" sz="2000" b="1">
                          <a:solidFill>
                            <a:srgbClr val="000000"/>
                          </a:solidFill>
                          <a:latin typeface="仿宋" panose="02010609060101010101" charset="-122"/>
                          <a:ea typeface="仿宋" panose="02010609060101010101" charset="-122"/>
                        </a:rPr>
                        <a:t>描述</a:t>
                      </a:r>
                      <a:endParaRPr lang="zh-CN" sz="2000" b="1">
                        <a:solidFill>
                          <a:srgbClr val="000000"/>
                        </a:solidFill>
                        <a:latin typeface="仿宋" panose="02010609060101010101" charset="-122"/>
                        <a:ea typeface="仿宋" panose="02010609060101010101" charset="-122"/>
                      </a:endParaRPr>
                    </a:p>
                  </a:txBody>
                  <a:tcPr marL="68580" marR="68580" marT="0" marB="0" anchor="t" anchorCtr="0">
                    <a:lnL w="6350" cap="flat" cmpd="sng">
                      <a:solidFill>
                        <a:srgbClr val="FFC94A"/>
                      </a:solidFill>
                      <a:prstDash val="solid"/>
                      <a:headEnd type="none" w="med" len="med"/>
                      <a:tailEnd type="none" w="med" len="med"/>
                    </a:lnL>
                    <a:lnR w="6350" cap="flat" cmpd="sng">
                      <a:solidFill>
                        <a:srgbClr val="FFC94A"/>
                      </a:solidFill>
                      <a:prstDash val="solid"/>
                      <a:headEnd type="none" w="med" len="med"/>
                      <a:tailEnd type="none" w="med" len="med"/>
                    </a:lnR>
                    <a:lnT w="6350" cap="flat" cmpd="sng">
                      <a:solidFill>
                        <a:srgbClr val="FFC94A"/>
                      </a:solidFill>
                      <a:prstDash val="solid"/>
                      <a:headEnd type="none" w="med" len="med"/>
                      <a:tailEnd type="none" w="med" len="med"/>
                    </a:lnT>
                    <a:lnB w="6350" cap="flat" cmpd="sng">
                      <a:solidFill>
                        <a:srgbClr val="FFC94A"/>
                      </a:solidFill>
                      <a:prstDash val="solid"/>
                      <a:headEnd type="none" w="med" len="med"/>
                      <a:tailEnd type="none" w="med" len="med"/>
                    </a:lnB>
                    <a:solidFill>
                      <a:srgbClr val="FFC94A"/>
                    </a:solidFill>
                  </a:tcPr>
                </a:tc>
              </a:tr>
              <a:tr h="0">
                <a:tc>
                  <a:txBody>
                    <a:bodyPr/>
                    <a:p>
                      <a:pPr>
                        <a:spcBef>
                          <a:spcPts val="100"/>
                        </a:spcBef>
                        <a:spcAft>
                          <a:spcPts val="100"/>
                        </a:spcAft>
                      </a:pPr>
                      <a:r>
                        <a:rPr lang="zh-CN" sz="2000">
                          <a:solidFill>
                            <a:srgbClr val="000000"/>
                          </a:solidFill>
                          <a:latin typeface="仿宋" panose="02010609060101010101" charset="-122"/>
                          <a:ea typeface="仿宋" panose="02010609060101010101" charset="-122"/>
                        </a:rPr>
                        <a:t>用例名</a:t>
                      </a:r>
                      <a:endParaRPr lang="zh-CN" sz="2000">
                        <a:solidFill>
                          <a:srgbClr val="000000"/>
                        </a:solidFill>
                        <a:latin typeface="仿宋" panose="02010609060101010101" charset="-122"/>
                        <a:ea typeface="仿宋" panose="02010609060101010101" charset="-122"/>
                      </a:endParaRPr>
                    </a:p>
                  </a:txBody>
                  <a:tcPr marL="68580" marR="68580" marT="0" marB="0" anchor="t" anchorCtr="0">
                    <a:lnL w="6350" cap="flat" cmpd="sng">
                      <a:solidFill>
                        <a:srgbClr val="FFC94A"/>
                      </a:solidFill>
                      <a:prstDash val="solid"/>
                      <a:headEnd type="none" w="med" len="med"/>
                      <a:tailEnd type="none" w="med" len="med"/>
                    </a:lnL>
                    <a:lnR w="6350" cap="flat" cmpd="sng">
                      <a:solidFill>
                        <a:srgbClr val="FFC94A"/>
                      </a:solidFill>
                      <a:prstDash val="solid"/>
                      <a:headEnd type="none" w="med" len="med"/>
                      <a:tailEnd type="none" w="med" len="med"/>
                    </a:lnR>
                    <a:lnT w="6350" cap="flat" cmpd="sng">
                      <a:solidFill>
                        <a:srgbClr val="FFC94A"/>
                      </a:solidFill>
                      <a:prstDash val="solid"/>
                      <a:headEnd type="none" w="med" len="med"/>
                      <a:tailEnd type="none" w="med" len="med"/>
                    </a:lnT>
                    <a:lnB w="6350" cap="flat" cmpd="sng">
                      <a:solidFill>
                        <a:srgbClr val="FFC94A"/>
                      </a:solidFill>
                      <a:prstDash val="solid"/>
                      <a:headEnd type="none" w="med" len="med"/>
                      <a:tailEnd type="none" w="med" len="med"/>
                    </a:lnB>
                    <a:noFill/>
                  </a:tcPr>
                </a:tc>
                <a:tc>
                  <a:txBody>
                    <a:bodyPr/>
                    <a:p>
                      <a:pPr>
                        <a:spcBef>
                          <a:spcPts val="100"/>
                        </a:spcBef>
                        <a:spcAft>
                          <a:spcPts val="100"/>
                        </a:spcAft>
                      </a:pPr>
                      <a:r>
                        <a:rPr lang="zh-CN" sz="2000">
                          <a:solidFill>
                            <a:srgbClr val="000000"/>
                          </a:solidFill>
                          <a:latin typeface="仿宋" panose="02010609060101010101" charset="-122"/>
                          <a:ea typeface="仿宋" panose="02010609060101010101" charset="-122"/>
                        </a:rPr>
                        <a:t>宿舍设备维修</a:t>
                      </a:r>
                      <a:endParaRPr lang="zh-CN" sz="2000">
                        <a:solidFill>
                          <a:srgbClr val="000000"/>
                        </a:solidFill>
                        <a:latin typeface="仿宋" panose="02010609060101010101" charset="-122"/>
                        <a:ea typeface="仿宋" panose="02010609060101010101" charset="-122"/>
                      </a:endParaRPr>
                    </a:p>
                  </a:txBody>
                  <a:tcPr marL="68580" marR="68580" marT="0" marB="0" anchor="t" anchorCtr="0">
                    <a:lnL w="6350" cap="flat" cmpd="sng">
                      <a:solidFill>
                        <a:srgbClr val="FFC94A"/>
                      </a:solidFill>
                      <a:prstDash val="solid"/>
                      <a:headEnd type="none" w="med" len="med"/>
                      <a:tailEnd type="none" w="med" len="med"/>
                    </a:lnL>
                    <a:lnR w="6350" cap="flat" cmpd="sng">
                      <a:solidFill>
                        <a:srgbClr val="FFC94A"/>
                      </a:solidFill>
                      <a:prstDash val="solid"/>
                      <a:headEnd type="none" w="med" len="med"/>
                      <a:tailEnd type="none" w="med" len="med"/>
                    </a:lnR>
                    <a:lnT w="6350" cap="flat" cmpd="sng">
                      <a:solidFill>
                        <a:srgbClr val="FFC94A"/>
                      </a:solidFill>
                      <a:prstDash val="solid"/>
                      <a:headEnd type="none" w="med" len="med"/>
                      <a:tailEnd type="none" w="med" len="med"/>
                    </a:lnT>
                    <a:lnB w="6350" cap="flat" cmpd="sng">
                      <a:solidFill>
                        <a:srgbClr val="FFC94A"/>
                      </a:solidFill>
                      <a:prstDash val="solid"/>
                      <a:headEnd type="none" w="med" len="med"/>
                      <a:tailEnd type="none" w="med" len="med"/>
                    </a:lnB>
                    <a:noFill/>
                  </a:tcPr>
                </a:tc>
              </a:tr>
              <a:tr h="0">
                <a:tc>
                  <a:txBody>
                    <a:bodyPr/>
                    <a:p>
                      <a:pPr>
                        <a:spcBef>
                          <a:spcPts val="100"/>
                        </a:spcBef>
                        <a:spcAft>
                          <a:spcPts val="100"/>
                        </a:spcAft>
                      </a:pPr>
                      <a:r>
                        <a:rPr lang="zh-CN" sz="2000">
                          <a:solidFill>
                            <a:srgbClr val="000000"/>
                          </a:solidFill>
                          <a:latin typeface="仿宋" panose="02010609060101010101" charset="-122"/>
                          <a:ea typeface="仿宋" panose="02010609060101010101" charset="-122"/>
                        </a:rPr>
                        <a:t>编号</a:t>
                      </a:r>
                      <a:endParaRPr lang="zh-CN" sz="2000">
                        <a:solidFill>
                          <a:srgbClr val="000000"/>
                        </a:solidFill>
                        <a:latin typeface="仿宋" panose="02010609060101010101" charset="-122"/>
                        <a:ea typeface="仿宋" panose="02010609060101010101" charset="-122"/>
                      </a:endParaRPr>
                    </a:p>
                  </a:txBody>
                  <a:tcPr marL="68580" marR="68580" marT="0" marB="0" anchor="t" anchorCtr="0">
                    <a:lnL w="6350" cap="flat" cmpd="sng">
                      <a:solidFill>
                        <a:srgbClr val="FFC94A"/>
                      </a:solidFill>
                      <a:prstDash val="solid"/>
                      <a:headEnd type="none" w="med" len="med"/>
                      <a:tailEnd type="none" w="med" len="med"/>
                    </a:lnL>
                    <a:lnR w="6350" cap="flat" cmpd="sng">
                      <a:solidFill>
                        <a:srgbClr val="FFC94A"/>
                      </a:solidFill>
                      <a:prstDash val="solid"/>
                      <a:headEnd type="none" w="med" len="med"/>
                      <a:tailEnd type="none" w="med" len="med"/>
                    </a:lnR>
                    <a:lnT w="6350" cap="flat" cmpd="sng">
                      <a:solidFill>
                        <a:srgbClr val="FFC94A"/>
                      </a:solidFill>
                      <a:prstDash val="solid"/>
                      <a:headEnd type="none" w="med" len="med"/>
                      <a:tailEnd type="none" w="med" len="med"/>
                    </a:lnT>
                    <a:lnB w="6350" cap="flat" cmpd="sng">
                      <a:solidFill>
                        <a:srgbClr val="FFC94A"/>
                      </a:solidFill>
                      <a:prstDash val="solid"/>
                      <a:headEnd type="none" w="med" len="med"/>
                      <a:tailEnd type="none" w="med" len="med"/>
                    </a:lnB>
                    <a:noFill/>
                  </a:tcPr>
                </a:tc>
                <a:tc>
                  <a:txBody>
                    <a:bodyPr/>
                    <a:p>
                      <a:pPr>
                        <a:spcBef>
                          <a:spcPts val="100"/>
                        </a:spcBef>
                        <a:spcAft>
                          <a:spcPts val="100"/>
                        </a:spcAft>
                      </a:pPr>
                      <a:r>
                        <a:rPr lang="en-US" altLang="zh-CN" sz="2000">
                          <a:solidFill>
                            <a:srgbClr val="000000"/>
                          </a:solidFill>
                          <a:latin typeface="仿宋" panose="02010609060101010101" charset="-122"/>
                          <a:ea typeface="仿宋" panose="02010609060101010101" charset="-122"/>
                        </a:rPr>
                        <a:t>UC06</a:t>
                      </a:r>
                      <a:endParaRPr lang="en-US" altLang="zh-CN" sz="2000">
                        <a:solidFill>
                          <a:srgbClr val="000000"/>
                        </a:solidFill>
                        <a:latin typeface="仿宋" panose="02010609060101010101" charset="-122"/>
                        <a:ea typeface="仿宋" panose="02010609060101010101" charset="-122"/>
                      </a:endParaRPr>
                    </a:p>
                  </a:txBody>
                  <a:tcPr marL="68580" marR="68580" marT="0" marB="0" anchor="t" anchorCtr="0">
                    <a:lnL w="6350" cap="flat" cmpd="sng">
                      <a:solidFill>
                        <a:srgbClr val="FFC94A"/>
                      </a:solidFill>
                      <a:prstDash val="solid"/>
                      <a:headEnd type="none" w="med" len="med"/>
                      <a:tailEnd type="none" w="med" len="med"/>
                    </a:lnL>
                    <a:lnR w="6350" cap="flat" cmpd="sng">
                      <a:solidFill>
                        <a:srgbClr val="FFC94A"/>
                      </a:solidFill>
                      <a:prstDash val="solid"/>
                      <a:headEnd type="none" w="med" len="med"/>
                      <a:tailEnd type="none" w="med" len="med"/>
                    </a:lnR>
                    <a:lnT w="6350" cap="flat" cmpd="sng">
                      <a:solidFill>
                        <a:srgbClr val="FFC94A"/>
                      </a:solidFill>
                      <a:prstDash val="solid"/>
                      <a:headEnd type="none" w="med" len="med"/>
                      <a:tailEnd type="none" w="med" len="med"/>
                    </a:lnT>
                    <a:lnB w="6350" cap="flat" cmpd="sng">
                      <a:solidFill>
                        <a:srgbClr val="FFC94A"/>
                      </a:solidFill>
                      <a:prstDash val="solid"/>
                      <a:headEnd type="none" w="med" len="med"/>
                      <a:tailEnd type="none" w="med" len="med"/>
                    </a:lnB>
                    <a:noFill/>
                  </a:tcPr>
                </a:tc>
              </a:tr>
              <a:tr h="0">
                <a:tc>
                  <a:txBody>
                    <a:bodyPr/>
                    <a:p>
                      <a:pPr>
                        <a:spcBef>
                          <a:spcPts val="100"/>
                        </a:spcBef>
                        <a:spcAft>
                          <a:spcPts val="100"/>
                        </a:spcAft>
                      </a:pPr>
                      <a:r>
                        <a:rPr lang="zh-CN" sz="2000">
                          <a:solidFill>
                            <a:srgbClr val="000000"/>
                          </a:solidFill>
                          <a:latin typeface="仿宋" panose="02010609060101010101" charset="-122"/>
                          <a:ea typeface="仿宋" panose="02010609060101010101" charset="-122"/>
                        </a:rPr>
                        <a:t>参与者</a:t>
                      </a:r>
                      <a:endParaRPr lang="zh-CN" sz="2000">
                        <a:solidFill>
                          <a:srgbClr val="000000"/>
                        </a:solidFill>
                        <a:latin typeface="仿宋" panose="02010609060101010101" charset="-122"/>
                        <a:ea typeface="仿宋" panose="02010609060101010101" charset="-122"/>
                      </a:endParaRPr>
                    </a:p>
                  </a:txBody>
                  <a:tcPr marL="68580" marR="68580" marT="0" marB="0" anchor="t" anchorCtr="0">
                    <a:lnL w="6350" cap="flat" cmpd="sng">
                      <a:solidFill>
                        <a:srgbClr val="FFC94A"/>
                      </a:solidFill>
                      <a:prstDash val="solid"/>
                      <a:headEnd type="none" w="med" len="med"/>
                      <a:tailEnd type="none" w="med" len="med"/>
                    </a:lnL>
                    <a:lnR w="6350" cap="flat" cmpd="sng">
                      <a:solidFill>
                        <a:srgbClr val="FFC94A"/>
                      </a:solidFill>
                      <a:prstDash val="solid"/>
                      <a:headEnd type="none" w="med" len="med"/>
                      <a:tailEnd type="none" w="med" len="med"/>
                    </a:lnR>
                    <a:lnT w="6350" cap="flat" cmpd="sng">
                      <a:solidFill>
                        <a:srgbClr val="FFC94A"/>
                      </a:solidFill>
                      <a:prstDash val="solid"/>
                      <a:headEnd type="none" w="med" len="med"/>
                      <a:tailEnd type="none" w="med" len="med"/>
                    </a:lnT>
                    <a:lnB w="6350" cap="flat" cmpd="sng">
                      <a:solidFill>
                        <a:srgbClr val="FFC94A"/>
                      </a:solidFill>
                      <a:prstDash val="solid"/>
                      <a:headEnd type="none" w="med" len="med"/>
                      <a:tailEnd type="none" w="med" len="med"/>
                    </a:lnB>
                    <a:noFill/>
                  </a:tcPr>
                </a:tc>
                <a:tc>
                  <a:txBody>
                    <a:bodyPr/>
                    <a:p>
                      <a:pPr>
                        <a:spcBef>
                          <a:spcPts val="100"/>
                        </a:spcBef>
                        <a:spcAft>
                          <a:spcPts val="100"/>
                        </a:spcAft>
                      </a:pPr>
                      <a:r>
                        <a:rPr lang="zh-CN" sz="2000">
                          <a:solidFill>
                            <a:srgbClr val="000000"/>
                          </a:solidFill>
                          <a:latin typeface="仿宋" panose="02010609060101010101" charset="-122"/>
                          <a:ea typeface="仿宋" panose="02010609060101010101" charset="-122"/>
                        </a:rPr>
                        <a:t>学生，宿管，维修人员，系统管理员</a:t>
                      </a:r>
                      <a:endParaRPr lang="zh-CN" sz="2000">
                        <a:solidFill>
                          <a:srgbClr val="000000"/>
                        </a:solidFill>
                        <a:latin typeface="仿宋" panose="02010609060101010101" charset="-122"/>
                        <a:ea typeface="仿宋" panose="02010609060101010101" charset="-122"/>
                      </a:endParaRPr>
                    </a:p>
                  </a:txBody>
                  <a:tcPr marL="68580" marR="68580" marT="0" marB="0" anchor="t" anchorCtr="0">
                    <a:lnL w="6350" cap="flat" cmpd="sng">
                      <a:solidFill>
                        <a:srgbClr val="FFC94A"/>
                      </a:solidFill>
                      <a:prstDash val="solid"/>
                      <a:headEnd type="none" w="med" len="med"/>
                      <a:tailEnd type="none" w="med" len="med"/>
                    </a:lnL>
                    <a:lnR w="6350" cap="flat" cmpd="sng">
                      <a:solidFill>
                        <a:srgbClr val="FFC94A"/>
                      </a:solidFill>
                      <a:prstDash val="solid"/>
                      <a:headEnd type="none" w="med" len="med"/>
                      <a:tailEnd type="none" w="med" len="med"/>
                    </a:lnR>
                    <a:lnT w="6350" cap="flat" cmpd="sng">
                      <a:solidFill>
                        <a:srgbClr val="FFC94A"/>
                      </a:solidFill>
                      <a:prstDash val="solid"/>
                      <a:headEnd type="none" w="med" len="med"/>
                      <a:tailEnd type="none" w="med" len="med"/>
                    </a:lnT>
                    <a:lnB w="6350" cap="flat" cmpd="sng">
                      <a:solidFill>
                        <a:srgbClr val="FFC94A"/>
                      </a:solidFill>
                      <a:prstDash val="solid"/>
                      <a:headEnd type="none" w="med" len="med"/>
                      <a:tailEnd type="none" w="med" len="med"/>
                    </a:lnB>
                    <a:noFill/>
                  </a:tcPr>
                </a:tc>
              </a:tr>
              <a:tr h="0">
                <a:tc>
                  <a:txBody>
                    <a:bodyPr/>
                    <a:p>
                      <a:pPr>
                        <a:spcBef>
                          <a:spcPts val="100"/>
                        </a:spcBef>
                        <a:spcAft>
                          <a:spcPts val="100"/>
                        </a:spcAft>
                      </a:pPr>
                      <a:r>
                        <a:rPr lang="zh-CN" sz="2000">
                          <a:solidFill>
                            <a:srgbClr val="000000"/>
                          </a:solidFill>
                          <a:latin typeface="仿宋" panose="02010609060101010101" charset="-122"/>
                          <a:ea typeface="仿宋" panose="02010609060101010101" charset="-122"/>
                        </a:rPr>
                        <a:t>前置条件</a:t>
                      </a:r>
                      <a:endParaRPr lang="zh-CN" sz="2000">
                        <a:solidFill>
                          <a:srgbClr val="000000"/>
                        </a:solidFill>
                        <a:latin typeface="仿宋" panose="02010609060101010101" charset="-122"/>
                        <a:ea typeface="仿宋" panose="02010609060101010101" charset="-122"/>
                      </a:endParaRPr>
                    </a:p>
                  </a:txBody>
                  <a:tcPr marL="68580" marR="68580" marT="0" marB="0" anchor="t" anchorCtr="0">
                    <a:lnL w="6350" cap="flat" cmpd="sng">
                      <a:solidFill>
                        <a:srgbClr val="FFC94A"/>
                      </a:solidFill>
                      <a:prstDash val="solid"/>
                      <a:headEnd type="none" w="med" len="med"/>
                      <a:tailEnd type="none" w="med" len="med"/>
                    </a:lnL>
                    <a:lnR w="6350" cap="flat" cmpd="sng">
                      <a:solidFill>
                        <a:srgbClr val="FFC94A"/>
                      </a:solidFill>
                      <a:prstDash val="solid"/>
                      <a:headEnd type="none" w="med" len="med"/>
                      <a:tailEnd type="none" w="med" len="med"/>
                    </a:lnR>
                    <a:lnT w="6350" cap="flat" cmpd="sng">
                      <a:solidFill>
                        <a:srgbClr val="FFC94A"/>
                      </a:solidFill>
                      <a:prstDash val="solid"/>
                      <a:headEnd type="none" w="med" len="med"/>
                      <a:tailEnd type="none" w="med" len="med"/>
                    </a:lnT>
                    <a:lnB w="6350" cap="flat" cmpd="sng">
                      <a:solidFill>
                        <a:srgbClr val="FFC94A"/>
                      </a:solidFill>
                      <a:prstDash val="solid"/>
                      <a:headEnd type="none" w="med" len="med"/>
                      <a:tailEnd type="none" w="med" len="med"/>
                    </a:lnB>
                    <a:noFill/>
                  </a:tcPr>
                </a:tc>
                <a:tc>
                  <a:txBody>
                    <a:bodyPr/>
                    <a:p>
                      <a:pPr>
                        <a:spcBef>
                          <a:spcPts val="100"/>
                        </a:spcBef>
                        <a:spcAft>
                          <a:spcPts val="100"/>
                        </a:spcAft>
                      </a:pPr>
                      <a:r>
                        <a:rPr lang="zh-CN" sz="2000">
                          <a:solidFill>
                            <a:srgbClr val="000000"/>
                          </a:solidFill>
                          <a:latin typeface="仿宋" panose="02010609060101010101" charset="-122"/>
                          <a:ea typeface="仿宋" panose="02010609060101010101" charset="-122"/>
                        </a:rPr>
                        <a:t>已登录且用户类型正确</a:t>
                      </a:r>
                      <a:endParaRPr lang="zh-CN" sz="2000">
                        <a:solidFill>
                          <a:srgbClr val="000000"/>
                        </a:solidFill>
                        <a:latin typeface="仿宋" panose="02010609060101010101" charset="-122"/>
                        <a:ea typeface="仿宋" panose="02010609060101010101" charset="-122"/>
                      </a:endParaRPr>
                    </a:p>
                  </a:txBody>
                  <a:tcPr marL="68580" marR="68580" marT="0" marB="0" anchor="t" anchorCtr="0">
                    <a:lnL w="6350" cap="flat" cmpd="sng">
                      <a:solidFill>
                        <a:srgbClr val="FFC94A"/>
                      </a:solidFill>
                      <a:prstDash val="solid"/>
                      <a:headEnd type="none" w="med" len="med"/>
                      <a:tailEnd type="none" w="med" len="med"/>
                    </a:lnL>
                    <a:lnR w="6350" cap="flat" cmpd="sng">
                      <a:solidFill>
                        <a:srgbClr val="FFC94A"/>
                      </a:solidFill>
                      <a:prstDash val="solid"/>
                      <a:headEnd type="none" w="med" len="med"/>
                      <a:tailEnd type="none" w="med" len="med"/>
                    </a:lnR>
                    <a:lnT w="6350" cap="flat" cmpd="sng">
                      <a:solidFill>
                        <a:srgbClr val="FFC94A"/>
                      </a:solidFill>
                      <a:prstDash val="solid"/>
                      <a:headEnd type="none" w="med" len="med"/>
                      <a:tailEnd type="none" w="med" len="med"/>
                    </a:lnT>
                    <a:lnB w="6350" cap="flat" cmpd="sng">
                      <a:solidFill>
                        <a:srgbClr val="FFC94A"/>
                      </a:solidFill>
                      <a:prstDash val="solid"/>
                      <a:headEnd type="none" w="med" len="med"/>
                      <a:tailEnd type="none" w="med" len="med"/>
                    </a:lnB>
                    <a:noFill/>
                  </a:tcPr>
                </a:tc>
              </a:tr>
              <a:tr h="0">
                <a:tc>
                  <a:txBody>
                    <a:bodyPr/>
                    <a:p>
                      <a:pPr>
                        <a:spcBef>
                          <a:spcPts val="100"/>
                        </a:spcBef>
                        <a:spcAft>
                          <a:spcPts val="100"/>
                        </a:spcAft>
                      </a:pPr>
                      <a:r>
                        <a:rPr lang="zh-CN" sz="2000">
                          <a:solidFill>
                            <a:srgbClr val="000000"/>
                          </a:solidFill>
                          <a:latin typeface="仿宋" panose="02010609060101010101" charset="-122"/>
                          <a:ea typeface="仿宋" panose="02010609060101010101" charset="-122"/>
                        </a:rPr>
                        <a:t>事件流</a:t>
                      </a:r>
                      <a:endParaRPr lang="zh-CN" sz="2000">
                        <a:solidFill>
                          <a:srgbClr val="000000"/>
                        </a:solidFill>
                        <a:latin typeface="仿宋" panose="02010609060101010101" charset="-122"/>
                        <a:ea typeface="仿宋" panose="02010609060101010101" charset="-122"/>
                      </a:endParaRPr>
                    </a:p>
                  </a:txBody>
                  <a:tcPr marL="68580" marR="68580" marT="0" marB="0" anchor="t" anchorCtr="0">
                    <a:lnL w="6350" cap="flat" cmpd="sng">
                      <a:solidFill>
                        <a:srgbClr val="FFC94A"/>
                      </a:solidFill>
                      <a:prstDash val="solid"/>
                      <a:headEnd type="none" w="med" len="med"/>
                      <a:tailEnd type="none" w="med" len="med"/>
                    </a:lnL>
                    <a:lnR w="6350" cap="flat" cmpd="sng">
                      <a:solidFill>
                        <a:srgbClr val="FFC94A"/>
                      </a:solidFill>
                      <a:prstDash val="solid"/>
                      <a:headEnd type="none" w="med" len="med"/>
                      <a:tailEnd type="none" w="med" len="med"/>
                    </a:lnR>
                    <a:lnT w="6350" cap="flat" cmpd="sng">
                      <a:solidFill>
                        <a:srgbClr val="FFC94A"/>
                      </a:solidFill>
                      <a:prstDash val="solid"/>
                      <a:headEnd type="none" w="med" len="med"/>
                      <a:tailEnd type="none" w="med" len="med"/>
                    </a:lnT>
                    <a:lnB w="6350" cap="flat" cmpd="sng">
                      <a:solidFill>
                        <a:srgbClr val="FFC94A"/>
                      </a:solidFill>
                      <a:prstDash val="solid"/>
                      <a:headEnd type="none" w="med" len="med"/>
                      <a:tailEnd type="none" w="med" len="med"/>
                    </a:lnB>
                    <a:noFill/>
                  </a:tcPr>
                </a:tc>
                <a:tc>
                  <a:txBody>
                    <a:bodyPr/>
                    <a:p>
                      <a:pPr>
                        <a:spcBef>
                          <a:spcPts val="100"/>
                        </a:spcBef>
                        <a:spcAft>
                          <a:spcPts val="100"/>
                        </a:spcAft>
                      </a:pPr>
                      <a:r>
                        <a:rPr lang="en-US" altLang="zh-CN" sz="2000">
                          <a:solidFill>
                            <a:srgbClr val="000000"/>
                          </a:solidFill>
                          <a:latin typeface="仿宋" panose="02010609060101010101" charset="-122"/>
                          <a:ea typeface="仿宋" panose="02010609060101010101" charset="-122"/>
                        </a:rPr>
                        <a:t>1. </a:t>
                      </a:r>
                      <a:r>
                        <a:rPr lang="zh-CN" sz="2000">
                          <a:solidFill>
                            <a:srgbClr val="000000"/>
                          </a:solidFill>
                          <a:latin typeface="仿宋" panose="02010609060101010101" charset="-122"/>
                          <a:ea typeface="仿宋" panose="02010609060101010101" charset="-122"/>
                        </a:rPr>
                        <a:t>学生报修设备</a:t>
                      </a:r>
                      <a:br>
                        <a:rPr lang="zh-CN" altLang="en-US" sz="2000">
                          <a:solidFill>
                            <a:srgbClr val="000000"/>
                          </a:solidFill>
                          <a:latin typeface="仿宋" panose="02010609060101010101" charset="-122"/>
                          <a:ea typeface="仿宋" panose="02010609060101010101" charset="-122"/>
                        </a:rPr>
                      </a:br>
                      <a:r>
                        <a:rPr lang="en-US" altLang="zh-CN" sz="2000">
                          <a:solidFill>
                            <a:srgbClr val="000000"/>
                          </a:solidFill>
                          <a:latin typeface="仿宋" panose="02010609060101010101" charset="-122"/>
                          <a:ea typeface="仿宋" panose="02010609060101010101" charset="-122"/>
                        </a:rPr>
                        <a:t>2. </a:t>
                      </a:r>
                      <a:r>
                        <a:rPr lang="zh-CN" sz="2000">
                          <a:solidFill>
                            <a:srgbClr val="000000"/>
                          </a:solidFill>
                          <a:latin typeface="仿宋" panose="02010609060101010101" charset="-122"/>
                          <a:ea typeface="仿宋" panose="02010609060101010101" charset="-122"/>
                        </a:rPr>
                        <a:t>宿管核实</a:t>
                      </a:r>
                      <a:br>
                        <a:rPr lang="zh-CN" altLang="en-US" sz="2000">
                          <a:solidFill>
                            <a:srgbClr val="000000"/>
                          </a:solidFill>
                          <a:latin typeface="仿宋" panose="02010609060101010101" charset="-122"/>
                          <a:ea typeface="仿宋" panose="02010609060101010101" charset="-122"/>
                        </a:rPr>
                      </a:br>
                      <a:r>
                        <a:rPr lang="en-US" altLang="zh-CN" sz="2000">
                          <a:solidFill>
                            <a:srgbClr val="000000"/>
                          </a:solidFill>
                          <a:latin typeface="仿宋" panose="02010609060101010101" charset="-122"/>
                          <a:ea typeface="仿宋" panose="02010609060101010101" charset="-122"/>
                        </a:rPr>
                        <a:t>3. </a:t>
                      </a:r>
                      <a:r>
                        <a:rPr lang="zh-CN" sz="2000">
                          <a:solidFill>
                            <a:srgbClr val="000000"/>
                          </a:solidFill>
                          <a:latin typeface="仿宋" panose="02010609060101010101" charset="-122"/>
                          <a:ea typeface="仿宋" panose="02010609060101010101" charset="-122"/>
                        </a:rPr>
                        <a:t>宿管通知维修人员</a:t>
                      </a:r>
                      <a:br>
                        <a:rPr lang="zh-CN" altLang="en-US" sz="2000">
                          <a:solidFill>
                            <a:srgbClr val="000000"/>
                          </a:solidFill>
                          <a:latin typeface="仿宋" panose="02010609060101010101" charset="-122"/>
                          <a:ea typeface="仿宋" panose="02010609060101010101" charset="-122"/>
                        </a:rPr>
                      </a:br>
                      <a:r>
                        <a:rPr lang="en-US" altLang="zh-CN" sz="2000">
                          <a:solidFill>
                            <a:srgbClr val="000000"/>
                          </a:solidFill>
                          <a:latin typeface="仿宋" panose="02010609060101010101" charset="-122"/>
                          <a:ea typeface="仿宋" panose="02010609060101010101" charset="-122"/>
                        </a:rPr>
                        <a:t>4. </a:t>
                      </a:r>
                      <a:r>
                        <a:rPr lang="zh-CN" sz="2000">
                          <a:solidFill>
                            <a:srgbClr val="000000"/>
                          </a:solidFill>
                          <a:latin typeface="仿宋" panose="02010609060101010101" charset="-122"/>
                          <a:ea typeface="仿宋" panose="02010609060101010101" charset="-122"/>
                        </a:rPr>
                        <a:t>维修人员维修并反馈</a:t>
                      </a:r>
                      <a:endParaRPr lang="zh-CN" sz="2000">
                        <a:solidFill>
                          <a:srgbClr val="000000"/>
                        </a:solidFill>
                        <a:latin typeface="仿宋" panose="02010609060101010101" charset="-122"/>
                        <a:ea typeface="仿宋" panose="02010609060101010101" charset="-122"/>
                      </a:endParaRPr>
                    </a:p>
                  </a:txBody>
                  <a:tcPr marL="68580" marR="68580" marT="0" marB="0" anchor="t" anchorCtr="0">
                    <a:lnL w="6350" cap="flat" cmpd="sng">
                      <a:solidFill>
                        <a:srgbClr val="FFC94A"/>
                      </a:solidFill>
                      <a:prstDash val="solid"/>
                      <a:headEnd type="none" w="med" len="med"/>
                      <a:tailEnd type="none" w="med" len="med"/>
                    </a:lnL>
                    <a:lnR w="6350" cap="flat" cmpd="sng">
                      <a:solidFill>
                        <a:srgbClr val="FFC94A"/>
                      </a:solidFill>
                      <a:prstDash val="solid"/>
                      <a:headEnd type="none" w="med" len="med"/>
                      <a:tailEnd type="none" w="med" len="med"/>
                    </a:lnR>
                    <a:lnT w="6350" cap="flat" cmpd="sng">
                      <a:solidFill>
                        <a:srgbClr val="FFC94A"/>
                      </a:solidFill>
                      <a:prstDash val="solid"/>
                      <a:headEnd type="none" w="med" len="med"/>
                      <a:tailEnd type="none" w="med" len="med"/>
                    </a:lnT>
                    <a:lnB w="6350" cap="flat" cmpd="sng">
                      <a:solidFill>
                        <a:srgbClr val="FFC94A"/>
                      </a:solidFill>
                      <a:prstDash val="solid"/>
                      <a:headEnd type="none" w="med" len="med"/>
                      <a:tailEnd type="none" w="med" len="med"/>
                    </a:lnB>
                    <a:noFill/>
                  </a:tcPr>
                </a:tc>
              </a:tr>
              <a:tr h="0">
                <a:tc>
                  <a:txBody>
                    <a:bodyPr/>
                    <a:p>
                      <a:pPr>
                        <a:spcBef>
                          <a:spcPts val="100"/>
                        </a:spcBef>
                        <a:spcAft>
                          <a:spcPts val="100"/>
                        </a:spcAft>
                      </a:pPr>
                      <a:r>
                        <a:rPr lang="zh-CN" sz="2000">
                          <a:solidFill>
                            <a:srgbClr val="000000"/>
                          </a:solidFill>
                          <a:latin typeface="仿宋" panose="02010609060101010101" charset="-122"/>
                          <a:ea typeface="仿宋" panose="02010609060101010101" charset="-122"/>
                        </a:rPr>
                        <a:t>后置条件</a:t>
                      </a:r>
                      <a:endParaRPr lang="zh-CN" sz="2000">
                        <a:solidFill>
                          <a:srgbClr val="000000"/>
                        </a:solidFill>
                        <a:latin typeface="仿宋" panose="02010609060101010101" charset="-122"/>
                        <a:ea typeface="仿宋" panose="02010609060101010101" charset="-122"/>
                      </a:endParaRPr>
                    </a:p>
                  </a:txBody>
                  <a:tcPr marL="68580" marR="68580" marT="0" marB="0" anchor="t" anchorCtr="0">
                    <a:lnL w="6350" cap="flat" cmpd="sng">
                      <a:solidFill>
                        <a:srgbClr val="FFC94A"/>
                      </a:solidFill>
                      <a:prstDash val="solid"/>
                      <a:headEnd type="none" w="med" len="med"/>
                      <a:tailEnd type="none" w="med" len="med"/>
                    </a:lnL>
                    <a:lnR w="6350" cap="flat" cmpd="sng">
                      <a:solidFill>
                        <a:srgbClr val="FFC94A"/>
                      </a:solidFill>
                      <a:prstDash val="solid"/>
                      <a:headEnd type="none" w="med" len="med"/>
                      <a:tailEnd type="none" w="med" len="med"/>
                    </a:lnR>
                    <a:lnT w="6350" cap="flat" cmpd="sng">
                      <a:solidFill>
                        <a:srgbClr val="FFC94A"/>
                      </a:solidFill>
                      <a:prstDash val="solid"/>
                      <a:headEnd type="none" w="med" len="med"/>
                      <a:tailEnd type="none" w="med" len="med"/>
                    </a:lnT>
                    <a:lnB w="6350" cap="flat" cmpd="sng">
                      <a:solidFill>
                        <a:srgbClr val="FFC94A"/>
                      </a:solidFill>
                      <a:prstDash val="solid"/>
                      <a:headEnd type="none" w="med" len="med"/>
                      <a:tailEnd type="none" w="med" len="med"/>
                    </a:lnB>
                    <a:noFill/>
                  </a:tcPr>
                </a:tc>
                <a:tc>
                  <a:txBody>
                    <a:bodyPr/>
                    <a:p>
                      <a:pPr>
                        <a:spcBef>
                          <a:spcPts val="100"/>
                        </a:spcBef>
                        <a:spcAft>
                          <a:spcPts val="100"/>
                        </a:spcAft>
                      </a:pPr>
                      <a:r>
                        <a:rPr lang="zh-CN" sz="2000">
                          <a:solidFill>
                            <a:srgbClr val="000000"/>
                          </a:solidFill>
                          <a:latin typeface="仿宋" panose="02010609060101010101" charset="-122"/>
                          <a:ea typeface="仿宋" panose="02010609060101010101" charset="-122"/>
                        </a:rPr>
                        <a:t>后台维修信息更新</a:t>
                      </a:r>
                      <a:endParaRPr lang="zh-CN" sz="2000">
                        <a:solidFill>
                          <a:srgbClr val="000000"/>
                        </a:solidFill>
                        <a:latin typeface="仿宋" panose="02010609060101010101" charset="-122"/>
                        <a:ea typeface="仿宋" panose="02010609060101010101" charset="-122"/>
                      </a:endParaRPr>
                    </a:p>
                  </a:txBody>
                  <a:tcPr marL="68580" marR="68580" marT="0" marB="0" anchor="t" anchorCtr="0">
                    <a:lnL w="6350" cap="flat" cmpd="sng">
                      <a:solidFill>
                        <a:srgbClr val="FFC94A"/>
                      </a:solidFill>
                      <a:prstDash val="solid"/>
                      <a:headEnd type="none" w="med" len="med"/>
                      <a:tailEnd type="none" w="med" len="med"/>
                    </a:lnL>
                    <a:lnR w="6350" cap="flat" cmpd="sng">
                      <a:solidFill>
                        <a:srgbClr val="FFC94A"/>
                      </a:solidFill>
                      <a:prstDash val="solid"/>
                      <a:headEnd type="none" w="med" len="med"/>
                      <a:tailEnd type="none" w="med" len="med"/>
                    </a:lnR>
                    <a:lnT w="6350" cap="flat" cmpd="sng">
                      <a:solidFill>
                        <a:srgbClr val="FFC94A"/>
                      </a:solidFill>
                      <a:prstDash val="solid"/>
                      <a:headEnd type="none" w="med" len="med"/>
                      <a:tailEnd type="none" w="med" len="med"/>
                    </a:lnT>
                    <a:lnB w="6350" cap="flat" cmpd="sng">
                      <a:solidFill>
                        <a:srgbClr val="FFC94A"/>
                      </a:solidFill>
                      <a:prstDash val="solid"/>
                      <a:headEnd type="none" w="med" len="med"/>
                      <a:tailEnd type="none" w="med" len="med"/>
                    </a:lnB>
                    <a:noFill/>
                  </a:tcPr>
                </a:tc>
              </a:tr>
            </a:tbl>
          </a:graphicData>
        </a:graphic>
      </p:graphicFrame>
    </p:spTree>
    <p:custDataLst>
      <p:tags r:id="rId4"/>
    </p:custData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8" name="图片 88" descr="Payment for dormitory fees（AD）"/>
          <p:cNvPicPr>
            <a:picLocks noChangeAspect="1"/>
          </p:cNvPicPr>
          <p:nvPr/>
        </p:nvPicPr>
        <p:blipFill>
          <a:blip r:embed="rId1"/>
          <a:stretch>
            <a:fillRect/>
          </a:stretch>
        </p:blipFill>
        <p:spPr>
          <a:xfrm>
            <a:off x="182245" y="695960"/>
            <a:ext cx="7101205" cy="6542405"/>
          </a:xfrm>
          <a:prstGeom prst="rect">
            <a:avLst/>
          </a:prstGeom>
        </p:spPr>
      </p:pic>
      <p:sp>
        <p:nvSpPr>
          <p:cNvPr id="15" name="标题 14"/>
          <p:cNvSpPr>
            <a:spLocks noGrp="1"/>
          </p:cNvSpPr>
          <p:nvPr>
            <p:ph type="title"/>
            <p:custDataLst>
              <p:tags r:id="rId2"/>
            </p:custDataLst>
          </p:nvPr>
        </p:nvSpPr>
        <p:spPr>
          <a:xfrm>
            <a:off x="182245" y="0"/>
            <a:ext cx="1524635" cy="806450"/>
          </a:xfrm>
        </p:spPr>
        <p:txBody>
          <a:bodyPr anchor="ctr">
            <a:normAutofit/>
          </a:bodyPr>
          <a:lstStyle/>
          <a:p>
            <a:pPr algn="ctr"/>
            <a:r>
              <a:rPr lang="zh-CN" altLang="en-US" dirty="0"/>
              <a:t>活动图：</a:t>
            </a:r>
            <a:endParaRPr lang="zh-CN" altLang="en-US" dirty="0"/>
          </a:p>
        </p:txBody>
      </p:sp>
      <p:sp>
        <p:nvSpPr>
          <p:cNvPr id="10" name="矩形 9"/>
          <p:cNvSpPr/>
          <p:nvPr>
            <p:custDataLst>
              <p:tags r:id="rId3"/>
            </p:custDataLst>
          </p:nvPr>
        </p:nvSpPr>
        <p:spPr>
          <a:xfrm>
            <a:off x="8263087" y="1667373"/>
            <a:ext cx="2897800" cy="461645"/>
          </a:xfrm>
          <a:prstGeom prst="rect">
            <a:avLst/>
          </a:prstGeom>
          <a:noFill/>
        </p:spPr>
        <p:txBody>
          <a:bodyPr wrap="none" lIns="0" tIns="0" rIns="0" bIns="0" rtlCol="0" anchor="ctr" anchorCtr="0">
            <a:noAutofit/>
          </a:bodyPr>
          <a:lstStyle/>
          <a:p>
            <a:pPr algn="l">
              <a:spcBef>
                <a:spcPct val="0"/>
              </a:spcBef>
              <a:spcAft>
                <a:spcPct val="0"/>
              </a:spcAft>
            </a:pPr>
            <a:r>
              <a:rPr lang="en-US" altLang="zh-CN" sz="3000" b="1">
                <a:solidFill>
                  <a:schemeClr val="accent2"/>
                </a:solidFill>
                <a:latin typeface="+mn-ea"/>
                <a:cs typeface="+mn-ea"/>
              </a:rPr>
              <a:t>宿舍缴费</a:t>
            </a:r>
            <a:endParaRPr lang="en-US" altLang="zh-CN" sz="3000" b="1">
              <a:solidFill>
                <a:schemeClr val="accent2"/>
              </a:solidFill>
              <a:latin typeface="+mn-ea"/>
              <a:cs typeface="+mn-ea"/>
            </a:endParaRPr>
          </a:p>
        </p:txBody>
      </p:sp>
      <p:sp>
        <p:nvSpPr>
          <p:cNvPr id="3" name="矩形 2"/>
          <p:cNvSpPr/>
          <p:nvPr>
            <p:custDataLst>
              <p:tags r:id="rId4"/>
            </p:custDataLst>
          </p:nvPr>
        </p:nvSpPr>
        <p:spPr>
          <a:xfrm>
            <a:off x="8126730" y="3253740"/>
            <a:ext cx="3337560" cy="759460"/>
          </a:xfrm>
          <a:prstGeom prst="rect">
            <a:avLst/>
          </a:prstGeom>
          <a:noFill/>
        </p:spPr>
        <p:txBody>
          <a:bodyPr wrap="square" lIns="0" tIns="0" rIns="0" bIns="0" rtlCol="0" anchor="ctr">
            <a:noAutofit/>
          </a:bodyPr>
          <a:lstStyle/>
          <a:p>
            <a:pPr>
              <a:spcBef>
                <a:spcPct val="0"/>
              </a:spcBef>
              <a:spcAft>
                <a:spcPct val="0"/>
              </a:spcAft>
            </a:pPr>
            <a:r>
              <a:rPr lang="zh-CN" altLang="en-US" sz="2000" b="1" dirty="0">
                <a:solidFill>
                  <a:schemeClr val="dk1">
                    <a:lumMod val="100000"/>
                  </a:schemeClr>
                </a:solidFill>
                <a:latin typeface="+mn-ea"/>
                <a:cs typeface="+mn-ea"/>
              </a:rPr>
              <a:t>学生可以在系统上选择需要查看的水电费账单时间，若选择当月，系统会自动计算当月费用，供学生提交宿舍住宿费、水费、电费等，若选择非当月，则系统提供过往账单。学生缴纳费用成功后，系统会自动更新数据，并提示宿舍管理员。</a:t>
            </a:r>
            <a:endParaRPr lang="zh-CN" altLang="en-US" sz="2000" b="1" dirty="0">
              <a:solidFill>
                <a:schemeClr val="dk1">
                  <a:lumMod val="100000"/>
                </a:schemeClr>
              </a:solidFill>
              <a:latin typeface="+mn-ea"/>
              <a:cs typeface="+mn-ea"/>
            </a:endParaRPr>
          </a:p>
        </p:txBody>
      </p:sp>
      <p:sp>
        <p:nvSpPr>
          <p:cNvPr id="12" name="Rectangle 41757_#color-886&amp;3357"/>
          <p:cNvSpPr/>
          <p:nvPr>
            <p:custDataLst>
              <p:tags r:id="rId5"/>
            </p:custDataLst>
          </p:nvPr>
        </p:nvSpPr>
        <p:spPr>
          <a:xfrm>
            <a:off x="7846695" y="1466215"/>
            <a:ext cx="3730625" cy="3599180"/>
          </a:xfrm>
          <a:prstGeom prst="roundRect">
            <a:avLst>
              <a:gd name="adj" fmla="val 9316"/>
            </a:avLst>
          </a:prstGeom>
          <a:ln>
            <a:headEnd type="none" w="med" len="med"/>
            <a:tailEnd type="none" w="med" len="med"/>
          </a:ln>
        </p:spPr>
        <p:style>
          <a:lnRef idx="2">
            <a:schemeClr val="accent1"/>
          </a:lnRef>
          <a:fillRef idx="0">
            <a:srgbClr val="FFFFFF"/>
          </a:fillRef>
          <a:effectRef idx="0">
            <a:srgbClr val="FFFFFF"/>
          </a:effectRef>
          <a:fontRef idx="minor">
            <a:schemeClr val="tx1"/>
          </a:fontRef>
        </p:style>
        <p:txBody>
          <a:bodyPr>
            <a:noAutofit/>
          </a:bodyPr>
          <a:lstStyle/>
          <a:p>
            <a:endParaRPr lang="zh-CN" altLang="en-US">
              <a:solidFill>
                <a:schemeClr val="tx1"/>
              </a:solidFill>
            </a:endParaRPr>
          </a:p>
        </p:txBody>
      </p:sp>
    </p:spTree>
    <p:custDataLst>
      <p:tags r:id="rId6"/>
    </p:custData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p:cNvSpPr>
            <a:spLocks noGrp="1"/>
          </p:cNvSpPr>
          <p:nvPr>
            <p:ph type="ctrTitle"/>
            <p:custDataLst>
              <p:tags r:id="rId1"/>
            </p:custDataLst>
          </p:nvPr>
        </p:nvSpPr>
        <p:spPr/>
        <p:txBody>
          <a:bodyPr/>
          <a:lstStyle/>
          <a:p>
            <a:r>
              <a:rPr lang="zh-CN" altLang="en-US"/>
              <a:t>感谢观看</a:t>
            </a:r>
            <a:endParaRPr lang="zh-CN" altLang="en-US"/>
          </a:p>
        </p:txBody>
      </p:sp>
      <p:sp>
        <p:nvSpPr>
          <p:cNvPr id="5" name="副标题"/>
          <p:cNvSpPr>
            <a:spLocks noGrp="1"/>
          </p:cNvSpPr>
          <p:nvPr>
            <p:ph type="subTitle" idx="1"/>
            <p:custDataLst>
              <p:tags r:id="rId2"/>
            </p:custDataLst>
          </p:nvPr>
        </p:nvSpPr>
        <p:spPr/>
        <p:txBody>
          <a:bodyPr>
            <a:normAutofit fontScale="90000"/>
          </a:bodyPr>
          <a:lstStyle/>
          <a:p>
            <a:r>
              <a:rPr lang="en-US" altLang="zh-CN"/>
              <a:t>Thank you for watching</a:t>
            </a:r>
            <a:endParaRPr lang="en-US" altLang="zh-CN"/>
          </a:p>
        </p:txBody>
      </p:sp>
      <p:sp>
        <p:nvSpPr>
          <p:cNvPr id="10" name="署名"/>
          <p:cNvSpPr>
            <a:spLocks noGrp="1"/>
          </p:cNvSpPr>
          <p:nvPr>
            <p:ph type="body" sz="quarter" idx="17"/>
            <p:custDataLst>
              <p:tags r:id="rId3"/>
            </p:custDataLst>
          </p:nvPr>
        </p:nvSpPr>
        <p:spPr/>
        <p:txBody>
          <a:bodyPr/>
          <a:lstStyle/>
          <a:p>
            <a:r>
              <a:rPr lang="zh-CN" altLang="en-US"/>
              <a:t>汇报人：张立伟</a:t>
            </a:r>
            <a:r>
              <a:rPr lang="en-US" altLang="zh-CN"/>
              <a:t>2252144</a:t>
            </a:r>
            <a:endParaRPr lang="en-US" altLang="zh-CN"/>
          </a:p>
        </p:txBody>
      </p:sp>
    </p:spTree>
    <p:custDataLst>
      <p:tags r:id="rId4"/>
    </p:custDataLst>
  </p:cSld>
  <p:clrMapOvr>
    <a:masterClrMapping/>
  </p:clrMapOvr>
</p:sld>
</file>

<file path=ppt/tags/tag1.xml><?xml version="1.0" encoding="utf-8"?>
<p:tagLst xmlns:p="http://schemas.openxmlformats.org/presentationml/2006/main">
  <p:tag name="KSO_WM_UNIT_TYPE" val="i"/>
  <p:tag name="KSO_WM_UNIT_INDEX" val="2"/>
  <p:tag name="KSO_WM_BEAUTIFY_FLAG" val="#wm#"/>
  <p:tag name="KSO_WM_TAG_VERSION" val="3.0"/>
  <p:tag name="KSO_WM_UNIT_ID" val="_1*i*2"/>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2.xml><?xml version="1.0" encoding="utf-8"?>
<p:tagLst xmlns:p="http://schemas.openxmlformats.org/presentationml/2006/main">
  <p:tag name="KSO_WM_UNIT_TYPE" val="i"/>
  <p:tag name="KSO_WM_UNIT_INDEX" val="4"/>
  <p:tag name="KSO_WM_BEAUTIFY_FLAG" val="#wm#"/>
  <p:tag name="KSO_WM_TAG_VERSION" val="3.0"/>
  <p:tag name="KSO_WM_UNIT_ID" val="_1*i*4"/>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3.xml><?xml version="1.0" encoding="utf-8"?>
<p:tagLst xmlns:p="http://schemas.openxmlformats.org/presentationml/2006/main">
  <p:tag name="KSO_WM_UNIT_TYPE" val="i"/>
  <p:tag name="KSO_WM_UNIT_INDEX" val="3"/>
  <p:tag name="KSO_WM_BEAUTIFY_FLAG" val="#wm#"/>
  <p:tag name="KSO_WM_TAG_VERSION" val="3.0"/>
  <p:tag name="KSO_WM_UNIT_ID" val="_1*i*3"/>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4.xml><?xml version="1.0" encoding="utf-8"?>
<p:tagLst xmlns:p="http://schemas.openxmlformats.org/presentationml/2006/main">
  <p:tag name="KSO_WM_UNIT_TYPE" val="i"/>
  <p:tag name="KSO_WM_UNIT_INDEX" val="5"/>
  <p:tag name="KSO_WM_BEAUTIFY_FLAG" val="#wm#"/>
  <p:tag name="KSO_WM_TAG_VERSION" val="3.0"/>
  <p:tag name="KSO_WM_UNIT_ID" val="_1*i*5"/>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5.xml><?xml version="1.0" encoding="utf-8"?>
<p:tagLst xmlns:p="http://schemas.openxmlformats.org/presentationml/2006/main">
  <p:tag name="KSO_WM_UNIT_TYPE" val="i"/>
  <p:tag name="KSO_WM_UNIT_INDEX" val="1"/>
  <p:tag name="KSO_WM_BEAUTIFY_FLAG" val="#wm#"/>
  <p:tag name="KSO_WM_TAG_VERSION" val="3.0"/>
  <p:tag name="KSO_WM_UNIT_ID" val="_1*i*1"/>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6.xml><?xml version="1.0" encoding="utf-8"?>
<p:tagLst xmlns:p="http://schemas.openxmlformats.org/presentationml/2006/main">
  <p:tag name="KSO_WM_UNIT_TYPE" val="a"/>
  <p:tag name="KSO_WM_UNIT_INDEX" val="1"/>
  <p:tag name="KSO_WM_BEAUTIFY_FLAG" val="#wm#"/>
  <p:tag name="KSO_WM_TAG_VERSION" val="3.0"/>
  <p:tag name="KSO_WM_UNIT_PRESET_TEXT" val="编辑标题"/>
  <p:tag name="KSO_WM_UNIT_ID" val="_1*a*1"/>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UNIT_ISCONTENTSTITLE" val="0"/>
</p:tagLst>
</file>

<file path=ppt/tags/tag7.xml><?xml version="1.0" encoding="utf-8"?>
<p:tagLst xmlns:p="http://schemas.openxmlformats.org/presentationml/2006/main">
  <p:tag name="KSO_WM_UNIT_TYPE" val="b"/>
  <p:tag name="KSO_WM_UNIT_INDEX" val="1"/>
  <p:tag name="KSO_WM_BEAUTIFY_FLAG" val="#wm#"/>
  <p:tag name="KSO_WM_TAG_VERSION" val="3.0"/>
  <p:tag name="KSO_WM_UNIT_PRESET_TEXT" val="单击此处编辑副标题"/>
  <p:tag name="KSO_WM_UNIT_ID" val="_1*b*1"/>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UNIT_ISCONTENTSTITLE" val="0"/>
</p:tagLst>
</file>

<file path=ppt/tags/tag8.xml><?xml version="1.0" encoding="utf-8"?>
<p:tagLst xmlns:p="http://schemas.openxmlformats.org/presentationml/2006/main">
  <p:tag name="KSO_WM_UNIT_ID" val="_1**"/>
  <p:tag name="KSO_WM_BEAUTIFY_FLAG" val="#wm#"/>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9.xml><?xml version="1.0" encoding="utf-8"?>
<p:tagLst xmlns:p="http://schemas.openxmlformats.org/presentationml/2006/main">
  <p:tag name="KSO_WM_UNIT_ID" val="_1**"/>
  <p:tag name="KSO_WM_BEAUTIFY_FLAG" val="#wm#"/>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10.xml><?xml version="1.0" encoding="utf-8"?>
<p:tagLst xmlns:p="http://schemas.openxmlformats.org/presentationml/2006/main">
  <p:tag name="KSO_WM_UNIT_ID" val="_1**"/>
  <p:tag name="KSO_WM_BEAUTIFY_FLAG" val="#wm#"/>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11.xml><?xml version="1.0" encoding="utf-8"?>
<p:tagLst xmlns:p="http://schemas.openxmlformats.org/presentationml/2006/main">
  <p:tag name="KSO_WM_UNIT_TYPE" val="f"/>
  <p:tag name="KSO_WM_UNIT_SUBTYPE" val="b"/>
  <p:tag name="KSO_WM_UNIT_INDEX" val="1"/>
  <p:tag name="KSO_WM_BEAUTIFY_FLAG" val="#wm#"/>
  <p:tag name="KSO_WM_TAG_VERSION" val="3.0"/>
  <p:tag name="KSO_WM_UNIT_PRESET_TEXT" val="署名"/>
  <p:tag name="KSO_WM_UNIT_ID" val="_1*f*1"/>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12.xml><?xml version="1.0" encoding="utf-8"?>
<p:tagLst xmlns:p="http://schemas.openxmlformats.org/presentationml/2006/main">
  <p:tag name="KSO_WM_UNIT_TYPE" val="a"/>
  <p:tag name="KSO_WM_UNIT_INDEX" val="1"/>
  <p:tag name="KSO_WM_BEAUTIFY_FLAG" val="#wm#"/>
  <p:tag name="KSO_WM_TAG_VERSION" val="3.0"/>
  <p:tag name="KSO_WM_UNIT_PRESET_TEXT" val="单击此处编辑母版标题样式"/>
  <p:tag name="KSO_WM_UNIT_ID" val="_2*a*1"/>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UNIT_ISCONTENTSTITLE" val="0"/>
</p:tagLst>
</file>

<file path=ppt/tags/tag13.xml><?xml version="1.0" encoding="utf-8"?>
<p:tagLst xmlns:p="http://schemas.openxmlformats.org/presentationml/2006/main">
  <p:tag name="KSO_WM_UNIT_TYPE" val="f"/>
  <p:tag name="KSO_WM_UNIT_SUBTYPE" val="a"/>
  <p:tag name="KSO_WM_UNIT_INDEX" val="1"/>
  <p:tag name="KSO_WM_BEAUTIFY_FLAG" val="#wm#"/>
  <p:tag name="KSO_WM_TAG_VERSION" val="3.0"/>
  <p:tag name="KSO_WM_UNIT_PRESET_TEXT" val="单击此处编辑母版文本样式&#10;第二级&#10;第三级&#10;第四级&#10;第五级"/>
  <p:tag name="KSO_WM_UNIT_ID" val="_2*f*1"/>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14.xml><?xml version="1.0" encoding="utf-8"?>
<p:tagLst xmlns:p="http://schemas.openxmlformats.org/presentationml/2006/main">
  <p:tag name="KSO_WM_UNIT_ID" val="_2**"/>
  <p:tag name="KSO_WM_BEAUTIFY_FLAG" val="#wm#"/>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15.xml><?xml version="1.0" encoding="utf-8"?>
<p:tagLst xmlns:p="http://schemas.openxmlformats.org/presentationml/2006/main">
  <p:tag name="KSO_WM_UNIT_ID" val="_2**"/>
  <p:tag name="KSO_WM_BEAUTIFY_FLAG" val="#wm#"/>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16.xml><?xml version="1.0" encoding="utf-8"?>
<p:tagLst xmlns:p="http://schemas.openxmlformats.org/presentationml/2006/main">
  <p:tag name="KSO_WM_UNIT_ID" val="_2**"/>
  <p:tag name="KSO_WM_BEAUTIFY_FLAG" val="#wm#"/>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17.xml><?xml version="1.0" encoding="utf-8"?>
<p:tagLst xmlns:p="http://schemas.openxmlformats.org/presentationml/2006/main">
  <p:tag name="KSO_WM_UNIT_TYPE" val="a"/>
  <p:tag name="KSO_WM_UNIT_INDEX" val="1"/>
  <p:tag name="KSO_WM_BEAUTIFY_FLAG" val="#wm#"/>
  <p:tag name="KSO_WM_TAG_VERSION" val="3.0"/>
  <p:tag name="KSO_WM_UNIT_PRESET_TEXT" val="标题"/>
  <p:tag name="KSO_WM_UNIT_ID" val="_3*a*1"/>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UNIT_ISCONTENTSTITLE" val="1"/>
  <p:tag name="KSO_WM_UNIT_VALUE" val="2"/>
</p:tagLst>
</file>

<file path=ppt/tags/tag18.xml><?xml version="1.0" encoding="utf-8"?>
<p:tagLst xmlns:p="http://schemas.openxmlformats.org/presentationml/2006/main">
  <p:tag name="KSO_WM_UNIT_ID" val="_3**"/>
  <p:tag name="KSO_WM_BEAUTIFY_FLAG" val="#wm#"/>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19.xml><?xml version="1.0" encoding="utf-8"?>
<p:tagLst xmlns:p="http://schemas.openxmlformats.org/presentationml/2006/main">
  <p:tag name="KSO_WM_UNIT_ID" val="_3**"/>
  <p:tag name="KSO_WM_BEAUTIFY_FLAG" val="#wm#"/>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20.xml><?xml version="1.0" encoding="utf-8"?>
<p:tagLst xmlns:p="http://schemas.openxmlformats.org/presentationml/2006/main">
  <p:tag name="KSO_WM_UNIT_ID" val="_3**"/>
  <p:tag name="KSO_WM_BEAUTIFY_FLAG" val="#wm#"/>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21.xml><?xml version="1.0" encoding="utf-8"?>
<p:tagLst xmlns:p="http://schemas.openxmlformats.org/presentationml/2006/main">
  <p:tag name="KSO_WM_UNIT_TYPE" val="i"/>
  <p:tag name="KSO_WM_UNIT_INDEX" val="1"/>
  <p:tag name="KSO_WM_BEAUTIFY_FLAG" val="#wm#"/>
  <p:tag name="KSO_WM_TAG_VERSION" val="3.0"/>
  <p:tag name="KSO_WM_UNIT_ID" val="_3*i*1"/>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22.xml><?xml version="1.0" encoding="utf-8"?>
<p:tagLst xmlns:p="http://schemas.openxmlformats.org/presentationml/2006/main">
  <p:tag name="KSO_WM_UNIT_TYPE" val="i"/>
  <p:tag name="KSO_WM_UNIT_INDEX" val="2"/>
  <p:tag name="KSO_WM_BEAUTIFY_FLAG" val="#wm#"/>
  <p:tag name="KSO_WM_TAG_VERSION" val="3.0"/>
  <p:tag name="KSO_WM_UNIT_ID" val="_3*i*2"/>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23.xml><?xml version="1.0" encoding="utf-8"?>
<p:tagLst xmlns:p="http://schemas.openxmlformats.org/presentationml/2006/main">
  <p:tag name="KSO_WM_UNIT_TYPE" val="i"/>
  <p:tag name="KSO_WM_UNIT_INDEX" val="3"/>
  <p:tag name="KSO_WM_BEAUTIFY_FLAG" val="#wm#"/>
  <p:tag name="KSO_WM_TAG_VERSION" val="3.0"/>
  <p:tag name="KSO_WM_UNIT_ID" val="_3*i*3"/>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24.xml><?xml version="1.0" encoding="utf-8"?>
<p:tagLst xmlns:p="http://schemas.openxmlformats.org/presentationml/2006/main">
  <p:tag name="KSO_WM_UNIT_TYPE" val="i"/>
  <p:tag name="KSO_WM_UNIT_INDEX" val="6"/>
  <p:tag name="KSO_WM_BEAUTIFY_FLAG" val="#wm#"/>
  <p:tag name="KSO_WM_TAG_VERSION" val="3.0"/>
  <p:tag name="KSO_WM_UNIT_ID" val="_3*i*6"/>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25.xml><?xml version="1.0" encoding="utf-8"?>
<p:tagLst xmlns:p="http://schemas.openxmlformats.org/presentationml/2006/main">
  <p:tag name="KSO_WM_UNIT_TYPE" val="i"/>
  <p:tag name="KSO_WM_UNIT_INDEX" val="8"/>
  <p:tag name="KSO_WM_BEAUTIFY_FLAG" val="#wm#"/>
  <p:tag name="KSO_WM_TAG_VERSION" val="3.0"/>
  <p:tag name="KSO_WM_UNIT_ID" val="_3*i*8"/>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26.xml><?xml version="1.0" encoding="utf-8"?>
<p:tagLst xmlns:p="http://schemas.openxmlformats.org/presentationml/2006/main">
  <p:tag name="KSO_WM_UNIT_TYPE" val="i"/>
  <p:tag name="KSO_WM_UNIT_INDEX" val="9"/>
  <p:tag name="KSO_WM_BEAUTIFY_FLAG" val="#wm#"/>
  <p:tag name="KSO_WM_TAG_VERSION" val="3.0"/>
  <p:tag name="KSO_WM_UNIT_ID" val="_3*i*9"/>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27.xml><?xml version="1.0" encoding="utf-8"?>
<p:tagLst xmlns:p="http://schemas.openxmlformats.org/presentationml/2006/main">
  <p:tag name="KSO_WM_UNIT_TYPE" val="i"/>
  <p:tag name="KSO_WM_UNIT_INDEX" val="7"/>
  <p:tag name="KSO_WM_BEAUTIFY_FLAG" val="#wm#"/>
  <p:tag name="KSO_WM_TAG_VERSION" val="3.0"/>
  <p:tag name="KSO_WM_UNIT_ID" val="_3*i*7"/>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28.xml><?xml version="1.0" encoding="utf-8"?>
<p:tagLst xmlns:p="http://schemas.openxmlformats.org/presentationml/2006/main">
  <p:tag name="KSO_WM_UNIT_TYPE" val="i"/>
  <p:tag name="KSO_WM_UNIT_INDEX" val="4"/>
  <p:tag name="KSO_WM_BEAUTIFY_FLAG" val="#wm#"/>
  <p:tag name="KSO_WM_TAG_VERSION" val="3.0"/>
  <p:tag name="KSO_WM_UNIT_ID" val="_3*i*4"/>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29.xml><?xml version="1.0" encoding="utf-8"?>
<p:tagLst xmlns:p="http://schemas.openxmlformats.org/presentationml/2006/main">
  <p:tag name="KSO_WM_UNIT_TYPE" val="i"/>
  <p:tag name="KSO_WM_UNIT_INDEX" val="5"/>
  <p:tag name="KSO_WM_BEAUTIFY_FLAG" val="#wm#"/>
  <p:tag name="KSO_WM_TAG_VERSION" val="3.0"/>
  <p:tag name="KSO_WM_UNIT_ID" val="_3*i*5"/>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30.xml><?xml version="1.0" encoding="utf-8"?>
<p:tagLst xmlns:p="http://schemas.openxmlformats.org/presentationml/2006/main">
  <p:tag name="KSO_WM_UNIT_ID" val="_4**"/>
  <p:tag name="KSO_WM_BEAUTIFY_FLAG" val="#wm#"/>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31.xml><?xml version="1.0" encoding="utf-8"?>
<p:tagLst xmlns:p="http://schemas.openxmlformats.org/presentationml/2006/main">
  <p:tag name="KSO_WM_UNIT_ID" val="_4**"/>
  <p:tag name="KSO_WM_BEAUTIFY_FLAG" val="#wm#"/>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32.xml><?xml version="1.0" encoding="utf-8"?>
<p:tagLst xmlns:p="http://schemas.openxmlformats.org/presentationml/2006/main">
  <p:tag name="KSO_WM_UNIT_ID" val="_4**"/>
  <p:tag name="KSO_WM_BEAUTIFY_FLAG" val="#wm#"/>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33.xml><?xml version="1.0" encoding="utf-8"?>
<p:tagLst xmlns:p="http://schemas.openxmlformats.org/presentationml/2006/main">
  <p:tag name="KSO_WM_UNIT_TYPE" val="e"/>
  <p:tag name="KSO_WM_UNIT_INDEX" val="1"/>
  <p:tag name="KSO_WM_BEAUTIFY_FLAG" val="#wm#"/>
  <p:tag name="KSO_WM_TAG_VERSION" val="3.0"/>
  <p:tag name="KSO_WM_UNIT_PRESET_TEXT" val="节编号"/>
  <p:tag name="KSO_WM_UNIT_ID" val="_4*e*1"/>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UNIT_VALUE" val="7"/>
</p:tagLst>
</file>

<file path=ppt/tags/tag34.xml><?xml version="1.0" encoding="utf-8"?>
<p:tagLst xmlns:p="http://schemas.openxmlformats.org/presentationml/2006/main">
  <p:tag name="KSO_WM_UNIT_TYPE" val="a"/>
  <p:tag name="KSO_WM_UNIT_INDEX" val="1"/>
  <p:tag name="KSO_WM_BEAUTIFY_FLAG" val="#wm#"/>
  <p:tag name="KSO_WM_TAG_VERSION" val="3.0"/>
  <p:tag name="KSO_WM_UNIT_PRESET_TEXT" val="单击编辑母版标题"/>
  <p:tag name="KSO_WM_UNIT_ID" val="_4*a*1"/>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UNIT_ISCONTENTSTITLE" val="0"/>
  <p:tag name="KSO_WM_UNIT_VALUE" val="8"/>
</p:tagLst>
</file>

<file path=ppt/tags/tag35.xml><?xml version="1.0" encoding="utf-8"?>
<p:tagLst xmlns:p="http://schemas.openxmlformats.org/presentationml/2006/main">
  <p:tag name="KSO_WM_UNIT_TYPE" val="i"/>
  <p:tag name="KSO_WM_UNIT_INDEX" val="1"/>
  <p:tag name="KSO_WM_BEAUTIFY_FLAG" val="#wm#"/>
  <p:tag name="KSO_WM_TAG_VERSION" val="3.0"/>
  <p:tag name="KSO_WM_UNIT_ID" val="_4*i*1"/>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36.xml><?xml version="1.0" encoding="utf-8"?>
<p:tagLst xmlns:p="http://schemas.openxmlformats.org/presentationml/2006/main">
  <p:tag name="KSO_WM_UNIT_TYPE" val="i"/>
  <p:tag name="KSO_WM_UNIT_INDEX" val="2"/>
  <p:tag name="KSO_WM_BEAUTIFY_FLAG" val="#wm#"/>
  <p:tag name="KSO_WM_TAG_VERSION" val="3.0"/>
  <p:tag name="KSO_WM_UNIT_ID" val="_4*i*2"/>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37.xml><?xml version="1.0" encoding="utf-8"?>
<p:tagLst xmlns:p="http://schemas.openxmlformats.org/presentationml/2006/main">
  <p:tag name="KSO_WM_UNIT_TYPE" val="i"/>
  <p:tag name="KSO_WM_UNIT_INDEX" val="3"/>
  <p:tag name="KSO_WM_BEAUTIFY_FLAG" val="#wm#"/>
  <p:tag name="KSO_WM_TAG_VERSION" val="3.0"/>
  <p:tag name="KSO_WM_UNIT_ID" val="_4*i*3"/>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38.xml><?xml version="1.0" encoding="utf-8"?>
<p:tagLst xmlns:p="http://schemas.openxmlformats.org/presentationml/2006/main">
  <p:tag name="KSO_WM_UNIT_TYPE" val="i"/>
  <p:tag name="KSO_WM_UNIT_INDEX" val="4"/>
  <p:tag name="KSO_WM_BEAUTIFY_FLAG" val="#wm#"/>
  <p:tag name="KSO_WM_TAG_VERSION" val="3.0"/>
  <p:tag name="KSO_WM_UNIT_ID" val="_4*i*4"/>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39.xml><?xml version="1.0" encoding="utf-8"?>
<p:tagLst xmlns:p="http://schemas.openxmlformats.org/presentationml/2006/main">
  <p:tag name="KSO_WM_UNIT_TYPE" val="i"/>
  <p:tag name="KSO_WM_UNIT_INDEX" val="7"/>
  <p:tag name="KSO_WM_BEAUTIFY_FLAG" val="#wm#"/>
  <p:tag name="KSO_WM_TAG_VERSION" val="3.0"/>
  <p:tag name="KSO_WM_UNIT_ID" val="_4*i*7"/>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40.xml><?xml version="1.0" encoding="utf-8"?>
<p:tagLst xmlns:p="http://schemas.openxmlformats.org/presentationml/2006/main">
  <p:tag name="KSO_WM_UNIT_TYPE" val="i"/>
  <p:tag name="KSO_WM_UNIT_INDEX" val="8"/>
  <p:tag name="KSO_WM_BEAUTIFY_FLAG" val="#wm#"/>
  <p:tag name="KSO_WM_TAG_VERSION" val="3.0"/>
  <p:tag name="KSO_WM_UNIT_ID" val="_4*i*8"/>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41.xml><?xml version="1.0" encoding="utf-8"?>
<p:tagLst xmlns:p="http://schemas.openxmlformats.org/presentationml/2006/main">
  <p:tag name="KSO_WM_UNIT_TYPE" val="b"/>
  <p:tag name="KSO_WM_UNIT_INDEX" val="1"/>
  <p:tag name="KSO_WM_BEAUTIFY_FLAG" val="#wm#"/>
  <p:tag name="KSO_WM_TAG_VERSION" val="3.0"/>
  <p:tag name="KSO_WM_UNIT_PRESET_TEXT" val="单击此处编辑副标题"/>
  <p:tag name="KSO_WM_UNIT_ID" val="_4*b*1"/>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UNIT_ISCONTENTSTITLE" val="0"/>
  <p:tag name="KSO_WM_UNIT_VALUE" val="15"/>
</p:tagLst>
</file>

<file path=ppt/tags/tag42.xml><?xml version="1.0" encoding="utf-8"?>
<p:tagLst xmlns:p="http://schemas.openxmlformats.org/presentationml/2006/main">
  <p:tag name="KSO_WM_UNIT_TYPE" val="i"/>
  <p:tag name="KSO_WM_UNIT_INDEX" val="5"/>
  <p:tag name="KSO_WM_BEAUTIFY_FLAG" val="#wm#"/>
  <p:tag name="KSO_WM_TAG_VERSION" val="3.0"/>
  <p:tag name="KSO_WM_UNIT_ID" val="_4*i*5"/>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43.xml><?xml version="1.0" encoding="utf-8"?>
<p:tagLst xmlns:p="http://schemas.openxmlformats.org/presentationml/2006/main">
  <p:tag name="KSO_WM_UNIT_TYPE" val="i"/>
  <p:tag name="KSO_WM_UNIT_INDEX" val="6"/>
  <p:tag name="KSO_WM_BEAUTIFY_FLAG" val="#wm#"/>
  <p:tag name="KSO_WM_TAG_VERSION" val="3.0"/>
  <p:tag name="KSO_WM_UNIT_ID" val="_4*i*6"/>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44.xml><?xml version="1.0" encoding="utf-8"?>
<p:tagLst xmlns:p="http://schemas.openxmlformats.org/presentationml/2006/main">
  <p:tag name="KSO_WM_UNIT_TYPE" val="a"/>
  <p:tag name="KSO_WM_UNIT_INDEX" val="1"/>
  <p:tag name="KSO_WM_BEAUTIFY_FLAG" val="#wm#"/>
  <p:tag name="KSO_WM_TAG_VERSION" val="3.0"/>
  <p:tag name="KSO_WM_UNIT_PRESET_TEXT" val="单击此处编辑母版标题样式"/>
  <p:tag name="KSO_WM_UNIT_ID" val="_5*a*1"/>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UNIT_ISCONTENTSTITLE" val="0"/>
</p:tagLst>
</file>

<file path=ppt/tags/tag45.xml><?xml version="1.0" encoding="utf-8"?>
<p:tagLst xmlns:p="http://schemas.openxmlformats.org/presentationml/2006/main">
  <p:tag name="KSO_WM_UNIT_TYPE" val="f"/>
  <p:tag name="KSO_WM_UNIT_SUBTYPE" val="a"/>
  <p:tag name="KSO_WM_UNIT_INDEX" val="1"/>
  <p:tag name="KSO_WM_BEAUTIFY_FLAG" val="#wm#"/>
  <p:tag name="KSO_WM_TAG_VERSION" val="3.0"/>
  <p:tag name="KSO_WM_UNIT_PRESET_TEXT" val="单击此处编辑母版文本样式&#10;第二级&#10;第三级&#10;第四级&#10;第五级"/>
  <p:tag name="KSO_WM_UNIT_ID" val="_5*f*1"/>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46.xml><?xml version="1.0" encoding="utf-8"?>
<p:tagLst xmlns:p="http://schemas.openxmlformats.org/presentationml/2006/main">
  <p:tag name="KSO_WM_UNIT_TYPE" val="f"/>
  <p:tag name="KSO_WM_UNIT_SUBTYPE" val="a"/>
  <p:tag name="KSO_WM_UNIT_INDEX" val="2"/>
  <p:tag name="KSO_WM_BEAUTIFY_FLAG" val="#wm#"/>
  <p:tag name="KSO_WM_TAG_VERSION" val="3.0"/>
  <p:tag name="KSO_WM_UNIT_PRESET_TEXT" val="单击此处编辑母版文本样式&#10;第二级&#10;第三级&#10;第四级&#10;第五级"/>
  <p:tag name="KSO_WM_UNIT_ID" val="_5*f*2"/>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47.xml><?xml version="1.0" encoding="utf-8"?>
<p:tagLst xmlns:p="http://schemas.openxmlformats.org/presentationml/2006/main">
  <p:tag name="KSO_WM_UNIT_ID" val="_5**"/>
  <p:tag name="KSO_WM_BEAUTIFY_FLAG" val="#wm#"/>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48.xml><?xml version="1.0" encoding="utf-8"?>
<p:tagLst xmlns:p="http://schemas.openxmlformats.org/presentationml/2006/main">
  <p:tag name="KSO_WM_UNIT_ID" val="_5**"/>
  <p:tag name="KSO_WM_BEAUTIFY_FLAG" val="#wm#"/>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49.xml><?xml version="1.0" encoding="utf-8"?>
<p:tagLst xmlns:p="http://schemas.openxmlformats.org/presentationml/2006/main">
  <p:tag name="KSO_WM_UNIT_ID" val="_5**"/>
  <p:tag name="KSO_WM_BEAUTIFY_FLAG" val="#wm#"/>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50.xml><?xml version="1.0" encoding="utf-8"?>
<p:tagLst xmlns:p="http://schemas.openxmlformats.org/presentationml/2006/main">
  <p:tag name="KSO_WM_UNIT_TYPE" val="h_a"/>
  <p:tag name="KSO_WM_UNIT_INDEX" val="1_1"/>
  <p:tag name="KSO_WM_BEAUTIFY_FLAG" val="#wm#"/>
  <p:tag name="KSO_WM_TAG_VERSION" val="3.0"/>
  <p:tag name="KSO_WM_UNIT_PRESET_TEXT" val="单击此处编辑母版标题样式"/>
  <p:tag name="KSO_WM_UNIT_ID" val="_6*h_a*1_1"/>
  <p:tag name="KSO_WM_UNIT_ISNUMDGMTITLE" val="0"/>
  <p:tag name="KSO_WM_UNIT_NOCLEAR" val="0"/>
  <p:tag name="KSO_WM_UNIT_HIGHLIGHT" val="0"/>
  <p:tag name="KSO_WM_UNIT_COMPATIBLE" val="0"/>
  <p:tag name="KSO_WM_UNIT_DIAGRAM_ISNUMVISUAL" val="0"/>
  <p:tag name="KSO_WM_UNIT_DIAGRAM_ISREFERUNIT" val="0"/>
  <p:tag name="KSO_WM_UNIT_LAYERLEVEL" val="1_1"/>
  <p:tag name="KSO_WM_UNIT_ISCONTENTSTITLE" val="0"/>
</p:tagLst>
</file>

<file path=ppt/tags/tag51.xml><?xml version="1.0" encoding="utf-8"?>
<p:tagLst xmlns:p="http://schemas.openxmlformats.org/presentationml/2006/main">
  <p:tag name="KSO_WM_UNIT_TYPE" val="h_f"/>
  <p:tag name="KSO_WM_UNIT_SUBTYPE" val="a"/>
  <p:tag name="KSO_WM_UNIT_INDEX" val="1_1"/>
  <p:tag name="KSO_WM_BEAUTIFY_FLAG" val="#wm#"/>
  <p:tag name="KSO_WM_TAG_VERSION" val="3.0"/>
  <p:tag name="KSO_WM_UNIT_PRESET_TEXT" val="单击此处编辑母版文本样式&#10;第二级&#10;第三级&#10;第四级&#10;第五级"/>
  <p:tag name="KSO_WM_UNIT_ID" val="_6*h_f*1_1"/>
  <p:tag name="KSO_WM_UNIT_ISNUMDGMTITLE" val="0"/>
  <p:tag name="KSO_WM_UNIT_NOCLEAR" val="0"/>
  <p:tag name="KSO_WM_UNIT_HIGHLIGHT" val="0"/>
  <p:tag name="KSO_WM_UNIT_COMPATIBLE" val="0"/>
  <p:tag name="KSO_WM_UNIT_DIAGRAM_ISNUMVISUAL" val="0"/>
  <p:tag name="KSO_WM_UNIT_DIAGRAM_ISREFERUNIT" val="0"/>
  <p:tag name="KSO_WM_UNIT_LAYERLEVEL" val="1_1"/>
</p:tagLst>
</file>

<file path=ppt/tags/tag52.xml><?xml version="1.0" encoding="utf-8"?>
<p:tagLst xmlns:p="http://schemas.openxmlformats.org/presentationml/2006/main">
  <p:tag name="KSO_WM_UNIT_TYPE" val="h_a"/>
  <p:tag name="KSO_WM_UNIT_INDEX" val="2_1"/>
  <p:tag name="KSO_WM_BEAUTIFY_FLAG" val="#wm#"/>
  <p:tag name="KSO_WM_TAG_VERSION" val="3.0"/>
  <p:tag name="KSO_WM_UNIT_PRESET_TEXT" val="单击此处编辑母版标题样式"/>
  <p:tag name="KSO_WM_UNIT_ID" val="_6*h_a*2_1"/>
  <p:tag name="KSO_WM_UNIT_ISNUMDGMTITLE" val="0"/>
  <p:tag name="KSO_WM_UNIT_NOCLEAR" val="0"/>
  <p:tag name="KSO_WM_UNIT_HIGHLIGHT" val="0"/>
  <p:tag name="KSO_WM_UNIT_COMPATIBLE" val="0"/>
  <p:tag name="KSO_WM_UNIT_DIAGRAM_ISNUMVISUAL" val="0"/>
  <p:tag name="KSO_WM_UNIT_DIAGRAM_ISREFERUNIT" val="0"/>
  <p:tag name="KSO_WM_UNIT_LAYERLEVEL" val="1_1"/>
  <p:tag name="KSO_WM_UNIT_ISCONTENTSTITLE" val="0"/>
</p:tagLst>
</file>

<file path=ppt/tags/tag53.xml><?xml version="1.0" encoding="utf-8"?>
<p:tagLst xmlns:p="http://schemas.openxmlformats.org/presentationml/2006/main">
  <p:tag name="KSO_WM_UNIT_TYPE" val="h_f"/>
  <p:tag name="KSO_WM_UNIT_SUBTYPE" val="a"/>
  <p:tag name="KSO_WM_UNIT_INDEX" val="2_1"/>
  <p:tag name="KSO_WM_BEAUTIFY_FLAG" val="#wm#"/>
  <p:tag name="KSO_WM_TAG_VERSION" val="3.0"/>
  <p:tag name="KSO_WM_UNIT_PRESET_TEXT" val="单击此处编辑母版文本样式&#10;第二级&#10;第三级&#10;第四级&#10;第五级"/>
  <p:tag name="KSO_WM_UNIT_ID" val="_6*h_f*2_1"/>
  <p:tag name="KSO_WM_UNIT_ISNUMDGMTITLE" val="0"/>
  <p:tag name="KSO_WM_UNIT_NOCLEAR" val="0"/>
  <p:tag name="KSO_WM_UNIT_HIGHLIGHT" val="0"/>
  <p:tag name="KSO_WM_UNIT_COMPATIBLE" val="0"/>
  <p:tag name="KSO_WM_UNIT_DIAGRAM_ISNUMVISUAL" val="0"/>
  <p:tag name="KSO_WM_UNIT_DIAGRAM_ISREFERUNIT" val="0"/>
  <p:tag name="KSO_WM_UNIT_LAYERLEVEL" val="1_1"/>
</p:tagLst>
</file>

<file path=ppt/tags/tag54.xml><?xml version="1.0" encoding="utf-8"?>
<p:tagLst xmlns:p="http://schemas.openxmlformats.org/presentationml/2006/main">
  <p:tag name="KSO_WM_UNIT_ID" val="_6**"/>
  <p:tag name="KSO_WM_BEAUTIFY_FLAG" val="#wm#"/>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55.xml><?xml version="1.0" encoding="utf-8"?>
<p:tagLst xmlns:p="http://schemas.openxmlformats.org/presentationml/2006/main">
  <p:tag name="KSO_WM_UNIT_ID" val="_6**"/>
  <p:tag name="KSO_WM_BEAUTIFY_FLAG" val="#wm#"/>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56.xml><?xml version="1.0" encoding="utf-8"?>
<p:tagLst xmlns:p="http://schemas.openxmlformats.org/presentationml/2006/main">
  <p:tag name="KSO_WM_UNIT_ID" val="_6**"/>
  <p:tag name="KSO_WM_BEAUTIFY_FLAG" val="#wm#"/>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57.xml><?xml version="1.0" encoding="utf-8"?>
<p:tagLst xmlns:p="http://schemas.openxmlformats.org/presentationml/2006/main">
  <p:tag name="KSO_WM_UNIT_TYPE" val="a"/>
  <p:tag name="KSO_WM_UNIT_INDEX" val="1"/>
  <p:tag name="KSO_WM_BEAUTIFY_FLAG" val="#wm#"/>
  <p:tag name="KSO_WM_TAG_VERSION" val="3.0"/>
  <p:tag name="KSO_WM_UNIT_PRESET_TEXT" val="单击此处编辑母版标题样式"/>
  <p:tag name="KSO_WM_UNIT_ID" val="_6*a*1"/>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UNIT_ISCONTENTSTITLE" val="0"/>
</p:tagLst>
</file>

<file path=ppt/tags/tag58.xml><?xml version="1.0" encoding="utf-8"?>
<p:tagLst xmlns:p="http://schemas.openxmlformats.org/presentationml/2006/main">
  <p:tag name="KSO_WM_UNIT_TYPE" val="a"/>
  <p:tag name="KSO_WM_UNIT_INDEX" val="1"/>
  <p:tag name="KSO_WM_BEAUTIFY_FLAG" val="#wm#"/>
  <p:tag name="KSO_WM_TAG_VERSION" val="3.0"/>
  <p:tag name="KSO_WM_UNIT_PRESET_TEXT" val="单击此处编辑母版标题样式"/>
  <p:tag name="KSO_WM_UNIT_ID" val="_7*a*1"/>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UNIT_ISCONTENTSTITLE" val="0"/>
</p:tagLst>
</file>

<file path=ppt/tags/tag59.xml><?xml version="1.0" encoding="utf-8"?>
<p:tagLst xmlns:p="http://schemas.openxmlformats.org/presentationml/2006/main">
  <p:tag name="KSO_WM_UNIT_ID" val="_7**"/>
  <p:tag name="KSO_WM_BEAUTIFY_FLAG" val="#wm#"/>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60.xml><?xml version="1.0" encoding="utf-8"?>
<p:tagLst xmlns:p="http://schemas.openxmlformats.org/presentationml/2006/main">
  <p:tag name="KSO_WM_UNIT_ID" val="_7**"/>
  <p:tag name="KSO_WM_BEAUTIFY_FLAG" val="#wm#"/>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61.xml><?xml version="1.0" encoding="utf-8"?>
<p:tagLst xmlns:p="http://schemas.openxmlformats.org/presentationml/2006/main">
  <p:tag name="KSO_WM_UNIT_ID" val="_7**"/>
  <p:tag name="KSO_WM_BEAUTIFY_FLAG" val="#wm#"/>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62.xml><?xml version="1.0" encoding="utf-8"?>
<p:tagLst xmlns:p="http://schemas.openxmlformats.org/presentationml/2006/main">
  <p:tag name="KSO_WM_UNIT_ID" val="_8**"/>
  <p:tag name="KSO_WM_BEAUTIFY_FLAG" val="#wm#"/>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63.xml><?xml version="1.0" encoding="utf-8"?>
<p:tagLst xmlns:p="http://schemas.openxmlformats.org/presentationml/2006/main">
  <p:tag name="KSO_WM_UNIT_ID" val="_8**"/>
  <p:tag name="KSO_WM_BEAUTIFY_FLAG" val="#wm#"/>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64.xml><?xml version="1.0" encoding="utf-8"?>
<p:tagLst xmlns:p="http://schemas.openxmlformats.org/presentationml/2006/main">
  <p:tag name="KSO_WM_UNIT_ID" val="_8**"/>
  <p:tag name="KSO_WM_BEAUTIFY_FLAG" val="#wm#"/>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65.xml><?xml version="1.0" encoding="utf-8"?>
<p:tagLst xmlns:p="http://schemas.openxmlformats.org/presentationml/2006/main">
  <p:tag name="KSO_WM_UNIT_TYPE" val="f"/>
  <p:tag name="KSO_WM_UNIT_SUBTYPE" val="a"/>
  <p:tag name="KSO_WM_UNIT_INDEX" val="1"/>
  <p:tag name="KSO_WM_BEAUTIFY_FLAG" val="#wm#"/>
  <p:tag name="KSO_WM_TAG_VERSION" val="3.0"/>
  <p:tag name="KSO_WM_UNIT_PRESET_TEXT" val="单击此处编辑母版文本样式&#10;第二级&#10;第三级&#10;第四级&#10;第五级"/>
  <p:tag name="KSO_WM_UNIT_ID" val="_9*f*1"/>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66.xml><?xml version="1.0" encoding="utf-8"?>
<p:tagLst xmlns:p="http://schemas.openxmlformats.org/presentationml/2006/main">
  <p:tag name="KSO_WM_UNIT_ID" val="_9**"/>
  <p:tag name="KSO_WM_BEAUTIFY_FLAG" val="#wm#"/>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67.xml><?xml version="1.0" encoding="utf-8"?>
<p:tagLst xmlns:p="http://schemas.openxmlformats.org/presentationml/2006/main">
  <p:tag name="KSO_WM_UNIT_ID" val="_9**"/>
  <p:tag name="KSO_WM_BEAUTIFY_FLAG" val="#wm#"/>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68.xml><?xml version="1.0" encoding="utf-8"?>
<p:tagLst xmlns:p="http://schemas.openxmlformats.org/presentationml/2006/main">
  <p:tag name="KSO_WM_UNIT_ID" val="_9**"/>
  <p:tag name="KSO_WM_BEAUTIFY_FLAG" val="#wm#"/>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69.xml><?xml version="1.0" encoding="utf-8"?>
<p:tagLst xmlns:p="http://schemas.openxmlformats.org/presentationml/2006/main">
  <p:tag name="KSO_WM_UNIT_TYPE" val="b"/>
  <p:tag name="KSO_WM_UNIT_INDEX" val="1"/>
  <p:tag name="KSO_WM_BEAUTIFY_FLAG" val="#wm#"/>
  <p:tag name="KSO_WM_TAG_VERSION" val="3.0"/>
  <p:tag name="KSO_WM_UNIT_PRESET_TEXT" val="单击此处编辑副标题"/>
  <p:tag name="KSO_WM_UNIT_ID" val="_10*b*1"/>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UNIT_ISCONTENTSTITLE" val="0"/>
  <p:tag name="KSO_WM_UNIT_VALUE" val="41"/>
</p:tagLst>
</file>

<file path=ppt/tags/tag70.xml><?xml version="1.0" encoding="utf-8"?>
<p:tagLst xmlns:p="http://schemas.openxmlformats.org/presentationml/2006/main">
  <p:tag name="KSO_WM_UNIT_ID" val="_10**"/>
  <p:tag name="KSO_WM_BEAUTIFY_FLAG" val="#wm#"/>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71.xml><?xml version="1.0" encoding="utf-8"?>
<p:tagLst xmlns:p="http://schemas.openxmlformats.org/presentationml/2006/main">
  <p:tag name="KSO_WM_UNIT_ID" val="_10**"/>
  <p:tag name="KSO_WM_BEAUTIFY_FLAG" val="#wm#"/>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72.xml><?xml version="1.0" encoding="utf-8"?>
<p:tagLst xmlns:p="http://schemas.openxmlformats.org/presentationml/2006/main">
  <p:tag name="KSO_WM_UNIT_ID" val="_10**"/>
  <p:tag name="KSO_WM_BEAUTIFY_FLAG" val="#wm#"/>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73.xml><?xml version="1.0" encoding="utf-8"?>
<p:tagLst xmlns:p="http://schemas.openxmlformats.org/presentationml/2006/main">
  <p:tag name="KSO_WM_UNIT_TYPE" val="a"/>
  <p:tag name="KSO_WM_UNIT_INDEX" val="1"/>
  <p:tag name="KSO_WM_BEAUTIFY_FLAG" val="#wm#"/>
  <p:tag name="KSO_WM_TAG_VERSION" val="3.0"/>
  <p:tag name="KSO_WM_UNIT_PRESET_TEXT" val="单击此处编辑母版标题样式"/>
  <p:tag name="KSO_WM_UNIT_ID" val="_10*a*1"/>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UNIT_ISCONTENTSTITLE" val="0"/>
  <p:tag name="KSO_WM_UNIT_VALUE" val="29"/>
</p:tagLst>
</file>

<file path=ppt/tags/tag74.xml><?xml version="1.0" encoding="utf-8"?>
<p:tagLst xmlns:p="http://schemas.openxmlformats.org/presentationml/2006/main">
  <p:tag name="KSO_WM_UNIT_ID" val="_11**"/>
  <p:tag name="KSO_WM_BEAUTIFY_FLAG" val="#wm#"/>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75.xml><?xml version="1.0" encoding="utf-8"?>
<p:tagLst xmlns:p="http://schemas.openxmlformats.org/presentationml/2006/main">
  <p:tag name="KSO_WM_UNIT_ID" val="_11**"/>
  <p:tag name="KSO_WM_BEAUTIFY_FLAG" val="#wm#"/>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76.xml><?xml version="1.0" encoding="utf-8"?>
<p:tagLst xmlns:p="http://schemas.openxmlformats.org/presentationml/2006/main">
  <p:tag name="KSO_WM_UNIT_ID" val="_11**"/>
  <p:tag name="KSO_WM_BEAUTIFY_FLAG" val="#wm#"/>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77.xml><?xml version="1.0" encoding="utf-8"?>
<p:tagLst xmlns:p="http://schemas.openxmlformats.org/presentationml/2006/main">
  <p:tag name="KSO_WM_UNIT_TYPE" val="i"/>
  <p:tag name="KSO_WM_UNIT_INDEX" val="5"/>
  <p:tag name="KSO_WM_BEAUTIFY_FLAG" val="#wm#"/>
  <p:tag name="KSO_WM_TAG_VERSION" val="3.0"/>
  <p:tag name="KSO_WM_UNIT_ID" val="_11*i*5"/>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78.xml><?xml version="1.0" encoding="utf-8"?>
<p:tagLst xmlns:p="http://schemas.openxmlformats.org/presentationml/2006/main">
  <p:tag name="KSO_WM_UNIT_TYPE" val="i"/>
  <p:tag name="KSO_WM_UNIT_INDEX" val="1"/>
  <p:tag name="KSO_WM_BEAUTIFY_FLAG" val="#wm#"/>
  <p:tag name="KSO_WM_TAG_VERSION" val="3.0"/>
  <p:tag name="KSO_WM_UNIT_ID" val="_11*i*1"/>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79.xml><?xml version="1.0" encoding="utf-8"?>
<p:tagLst xmlns:p="http://schemas.openxmlformats.org/presentationml/2006/main">
  <p:tag name="KSO_WM_UNIT_TYPE" val="a"/>
  <p:tag name="KSO_WM_UNIT_INDEX" val="1"/>
  <p:tag name="KSO_WM_BEAUTIFY_FLAG" val="#wm#"/>
  <p:tag name="KSO_WM_TAG_VERSION" val="3.0"/>
  <p:tag name="KSO_WM_UNIT_PRESET_TEXT" val="编辑标题"/>
  <p:tag name="KSO_WM_UNIT_ID" val="_11*a*1"/>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UNIT_ISCONTENTSTITLE" val="0"/>
  <p:tag name="KSO_WM_UNIT_VALUE" val="14"/>
</p:tagLst>
</file>

<file path=ppt/tags/tag80.xml><?xml version="1.0" encoding="utf-8"?>
<p:tagLst xmlns:p="http://schemas.openxmlformats.org/presentationml/2006/main">
  <p:tag name="KSO_WM_UNIT_TYPE" val="b"/>
  <p:tag name="KSO_WM_UNIT_INDEX" val="1"/>
  <p:tag name="KSO_WM_BEAUTIFY_FLAG" val="#wm#"/>
  <p:tag name="KSO_WM_TAG_VERSION" val="3.0"/>
  <p:tag name="KSO_WM_UNIT_PRESET_TEXT" val="单击此处编辑副标题"/>
  <p:tag name="KSO_WM_UNIT_ID" val="_11*b*1"/>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UNIT_ISCONTENTSTITLE" val="0"/>
  <p:tag name="KSO_WM_UNIT_VALUE" val="12"/>
</p:tagLst>
</file>

<file path=ppt/tags/tag81.xml><?xml version="1.0" encoding="utf-8"?>
<p:tagLst xmlns:p="http://schemas.openxmlformats.org/presentationml/2006/main">
  <p:tag name="KSO_WM_UNIT_TYPE" val="f"/>
  <p:tag name="KSO_WM_UNIT_SUBTYPE" val="b"/>
  <p:tag name="KSO_WM_UNIT_INDEX" val="1"/>
  <p:tag name="KSO_WM_BEAUTIFY_FLAG" val="#wm#"/>
  <p:tag name="KSO_WM_TAG_VERSION" val="3.0"/>
  <p:tag name="KSO_WM_UNIT_PRESET_TEXT" val="署名"/>
  <p:tag name="KSO_WM_UNIT_ID" val="_11*f*1"/>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UNIT_VALUE" val="10"/>
</p:tagLst>
</file>

<file path=ppt/tags/tag82.xml><?xml version="1.0" encoding="utf-8"?>
<p:tagLst xmlns:p="http://schemas.openxmlformats.org/presentationml/2006/main">
  <p:tag name="KSO_WM_UNIT_TYPE" val="i"/>
  <p:tag name="KSO_WM_UNIT_INDEX" val="2"/>
  <p:tag name="KSO_WM_BEAUTIFY_FLAG" val="#wm#"/>
  <p:tag name="KSO_WM_TAG_VERSION" val="3.0"/>
  <p:tag name="KSO_WM_UNIT_ID" val="_11*i*2"/>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83.xml><?xml version="1.0" encoding="utf-8"?>
<p:tagLst xmlns:p="http://schemas.openxmlformats.org/presentationml/2006/main">
  <p:tag name="KSO_WM_UNIT_TYPE" val="i"/>
  <p:tag name="KSO_WM_UNIT_INDEX" val="4"/>
  <p:tag name="KSO_WM_BEAUTIFY_FLAG" val="#wm#"/>
  <p:tag name="KSO_WM_TAG_VERSION" val="3.0"/>
  <p:tag name="KSO_WM_UNIT_ID" val="_11*i*4"/>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84.xml><?xml version="1.0" encoding="utf-8"?>
<p:tagLst xmlns:p="http://schemas.openxmlformats.org/presentationml/2006/main">
  <p:tag name="KSO_WM_UNIT_TYPE" val="i"/>
  <p:tag name="KSO_WM_UNIT_INDEX" val="3"/>
  <p:tag name="KSO_WM_BEAUTIFY_FLAG" val="#wm#"/>
  <p:tag name="KSO_WM_TAG_VERSION" val="3.0"/>
  <p:tag name="KSO_WM_UNIT_ID" val="_11*i*3"/>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85.xml><?xml version="1.0" encoding="utf-8"?>
<p:tagLst xmlns:p="http://schemas.openxmlformats.org/presentationml/2006/main">
  <p:tag name="KSO_WM_UNIT_TYPE" val="i"/>
  <p:tag name="KSO_WM_UNIT_INDEX" val="1"/>
  <p:tag name="KSO_WM_BEAUTIFY_FLAG" val="#wm#"/>
  <p:tag name="KSO_WM_TAG_VERSION" val="3.0"/>
  <p:tag name="KSO_WM_UNIT_ID" val="_0*i*1"/>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86.xml><?xml version="1.0" encoding="utf-8"?>
<p:tagLst xmlns:p="http://schemas.openxmlformats.org/presentationml/2006/main">
  <p:tag name="KSO_WM_UNIT_TYPE" val="i"/>
  <p:tag name="KSO_WM_UNIT_INDEX" val="2"/>
  <p:tag name="KSO_WM_BEAUTIFY_FLAG" val="#wm#"/>
  <p:tag name="KSO_WM_TAG_VERSION" val="3.0"/>
  <p:tag name="KSO_WM_UNIT_ID" val="_0*i*2"/>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87.xml><?xml version="1.0" encoding="utf-8"?>
<p:tagLst xmlns:p="http://schemas.openxmlformats.org/presentationml/2006/main">
  <p:tag name="KSO_WM_UNIT_TYPE" val="a"/>
  <p:tag name="KSO_WM_UNIT_INDEX" val="1"/>
  <p:tag name="KSO_WM_BEAUTIFY_FLAG" val="#wm#"/>
  <p:tag name="KSO_WM_TAG_VERSION" val="1.0"/>
  <p:tag name="KSO_WM_UNIT_PRESET_TEXT" val="单击此处编辑母版标题样式"/>
  <p:tag name="KSO_WM_UNIT_ID" val="_0*a*1"/>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UNIT_ISCONTENTSTITLE" val="0"/>
  <p:tag name="KSO_WM_TEMPLATE_CATEGORY" val="custom"/>
  <p:tag name="KSO_WM_TEMPLATE_INDEX" val="20238590"/>
</p:tagLst>
</file>

<file path=ppt/tags/tag88.xml><?xml version="1.0" encoding="utf-8"?>
<p:tagLst xmlns:p="http://schemas.openxmlformats.org/presentationml/2006/main">
  <p:tag name="KSO_WM_UNIT_TYPE" val="f"/>
  <p:tag name="KSO_WM_UNIT_SUBTYPE" val="a"/>
  <p:tag name="KSO_WM_UNIT_INDEX" val="1"/>
  <p:tag name="KSO_WM_BEAUTIFY_FLAG" val="#wm#"/>
  <p:tag name="KSO_WM_TAG_VERSION" val="1.0"/>
  <p:tag name="KSO_WM_UNIT_PRESET_TEXT" val="单击此处编辑母版文本样式&#10;第二级&#10;第三级&#10;第四级&#10;第五级"/>
  <p:tag name="KSO_WM_UNIT_ID" val="_0*f*1"/>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TEMPLATE_CATEGORY" val="custom"/>
  <p:tag name="KSO_WM_TEMPLATE_INDEX" val="20238590"/>
</p:tagLst>
</file>

<file path=ppt/tags/tag89.xml><?xml version="1.0" encoding="utf-8"?>
<p:tagLst xmlns:p="http://schemas.openxmlformats.org/presentationml/2006/main">
  <p:tag name="KSO_WM_UNIT_ID" val="_0**"/>
  <p:tag name="KSO_WM_BEAUTIFY_FLAG" val="#wm#"/>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90.xml><?xml version="1.0" encoding="utf-8"?>
<p:tagLst xmlns:p="http://schemas.openxmlformats.org/presentationml/2006/main">
  <p:tag name="KSO_WM_UNIT_ID" val="_0**"/>
  <p:tag name="KSO_WM_BEAUTIFY_FLAG" val="#wm#"/>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91.xml><?xml version="1.0" encoding="utf-8"?>
<p:tagLst xmlns:p="http://schemas.openxmlformats.org/presentationml/2006/main">
  <p:tag name="KSO_WM_UNIT_TYPE" val="i"/>
  <p:tag name="KSO_WM_UNIT_INDEX" val="3"/>
  <p:tag name="KSO_WM_BEAUTIFY_FLAG" val="#wm#"/>
  <p:tag name="KSO_WM_TAG_VERSION" val="3.0"/>
  <p:tag name="KSO_WM_UNIT_ID" val="_0*i*3"/>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92.xml><?xml version="1.0" encoding="utf-8"?>
<p:tagLst xmlns:p="http://schemas.openxmlformats.org/presentationml/2006/main">
  <p:tag name="KSO_WM_UNIT_TYPE" val="i"/>
  <p:tag name="KSO_WM_UNIT_INDEX" val="4"/>
  <p:tag name="KSO_WM_BEAUTIFY_FLAG" val="#wm#"/>
  <p:tag name="KSO_WM_TAG_VERSION" val="3.0"/>
  <p:tag name="KSO_WM_UNIT_ID" val="_0*i*4"/>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93.xml><?xml version="1.0" encoding="utf-8"?>
<p:tagLst xmlns:p="http://schemas.openxmlformats.org/presentationml/2006/main">
  <p:tag name="KSO_WM_UNIT_TYPE" val="i"/>
  <p:tag name="KSO_WM_UNIT_INDEX" val="5"/>
  <p:tag name="KSO_WM_BEAUTIFY_FLAG" val="#wm#"/>
  <p:tag name="KSO_WM_TAG_VERSION" val="3.0"/>
  <p:tag name="KSO_WM_UNIT_ID" val="_0*i*5"/>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94.xml><?xml version="1.0" encoding="utf-8"?>
<p:tagLst xmlns:p="http://schemas.openxmlformats.org/presentationml/2006/main">
  <p:tag name="KSO_WM_TEMPLATE_SUBCATEGORY" val="29"/>
  <p:tag name="KSO_WM_TEMPLATE_COLOR_TYPE" val="0"/>
  <p:tag name="KSO_WM_TAG_VERSION" val="3.0"/>
  <p:tag name="KSO_WM_TEMPLATE_THUMBS_INDEX" val="1、9"/>
  <p:tag name="KSO_WM_BEAUTIFY_FLAG" val="#wm#"/>
  <p:tag name="KSO_WM_TEMPLATE_INDEX" val="20238590"/>
  <p:tag name="KSO_WM_TEMPLATE_CATEGORY" val="custom"/>
  <p:tag name="KSO_WM_TEMPLATE_MASTER_TYPE" val="0"/>
</p:tagLst>
</file>

<file path=ppt/tags/tag95.xml><?xml version="1.0" encoding="utf-8"?>
<p:tagLst xmlns:p="http://schemas.openxmlformats.org/presentationml/2006/main">
  <p:tag name="KSO_WM_UNIT_TYPE" val="a"/>
  <p:tag name="KSO_WM_UNIT_INDEX" val="1"/>
  <p:tag name="KSO_WM_BEAUTIFY_FLAG" val="#wm#"/>
  <p:tag name="KSO_WM_TAG_VERSION" val="3.0"/>
  <p:tag name="KSO_WM_UNIT_ID" val="custom20238590_1*a*1"/>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TEMPLATE_INDEX" val="20238590"/>
  <p:tag name="KSO_WM_TEMPLATE_CATEGORY" val="custom"/>
  <p:tag name="KSO_WM_UNIT_ISCONTENTSTITLE" val="0"/>
  <p:tag name="KSO_WM_UNIT_VALUE" val="14"/>
  <p:tag name="KSO_WM_UNIT_PRESET_TEXT" val="添加标题"/>
  <p:tag name="KSO_WM_UNIT_TEXT_TYPE" val="1"/>
</p:tagLst>
</file>

<file path=ppt/tags/tag96.xml><?xml version="1.0" encoding="utf-8"?>
<p:tagLst xmlns:p="http://schemas.openxmlformats.org/presentationml/2006/main">
  <p:tag name="KSO_WM_UNIT_TYPE" val="b"/>
  <p:tag name="KSO_WM_UNIT_INDEX" val="1"/>
  <p:tag name="KSO_WM_BEAUTIFY_FLAG" val="#wm#"/>
  <p:tag name="KSO_WM_TAG_VERSION" val="3.0"/>
  <p:tag name="KSO_WM_UNIT_ID" val="custom20238590_1*b*1"/>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TEMPLATE_INDEX" val="20238590"/>
  <p:tag name="KSO_WM_TEMPLATE_CATEGORY" val="custom"/>
  <p:tag name="KSO_WM_UNIT_ISCONTENTSTITLE" val="0"/>
  <p:tag name="KSO_WM_UNIT_VALUE" val="12"/>
  <p:tag name="KSO_WM_UNIT_PRESET_TEXT" val="单击此处添加副标题"/>
  <p:tag name="KSO_WM_UNIT_TEXT_TYPE" val="1"/>
</p:tagLst>
</file>

<file path=ppt/tags/tag97.xml><?xml version="1.0" encoding="utf-8"?>
<p:tagLst xmlns:p="http://schemas.openxmlformats.org/presentationml/2006/main">
  <p:tag name="KSO_WM_UNIT_TYPE" val="f"/>
  <p:tag name="KSO_WM_UNIT_SUBTYPE" val="b"/>
  <p:tag name="KSO_WM_UNIT_INDEX" val="1"/>
  <p:tag name="KSO_WM_BEAUTIFY_FLAG" val="#wm#"/>
  <p:tag name="KSO_WM_TAG_VERSION" val="3.0"/>
  <p:tag name="KSO_WM_UNIT_ID" val="custom20238590_1*f*1"/>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TEMPLATE_INDEX" val="20238590"/>
  <p:tag name="KSO_WM_TEMPLATE_CATEGORY" val="custom"/>
  <p:tag name="KSO_WM_UNIT_VALUE" val="10"/>
</p:tagLst>
</file>

<file path=ppt/tags/tag98.xml><?xml version="1.0" encoding="utf-8"?>
<p:tagLst xmlns:p="http://schemas.openxmlformats.org/presentationml/2006/main">
  <p:tag name="KSO_WM_SLIDE_TYPE" val="title"/>
  <p:tag name="KSO_WM_TEMPLATE_SUBCATEGORY" val="29"/>
  <p:tag name="KSO_WM_TEMPLATE_COLOR_TYPE" val="0"/>
  <p:tag name="KSO_WM_TAG_VERSION" val="3.0"/>
  <p:tag name="KSO_WM_SLIDE_SUBTYPE" val="pureTxt"/>
  <p:tag name="KSO_WM_SLIDE_ITEM_CNT" val="0"/>
  <p:tag name="KSO_WM_TEMPLATE_THUMBS_INDEX" val="1、9"/>
  <p:tag name="KSO_WM_BEAUTIFY_FLAG" val="#wm#"/>
  <p:tag name="KSO_WM_TEMPLATE_INDEX" val="20238590"/>
  <p:tag name="KSO_WM_TEMPLATE_CATEGORY" val="custom"/>
  <p:tag name="KSO_WM_SLIDE_INDEX" val="1"/>
  <p:tag name="KSO_WM_SLIDE_ID" val="custom20238590_1"/>
  <p:tag name="KSO_WM_TEMPLATE_MASTER_TYPE" val="0"/>
  <p:tag name="KSO_WM_SLIDE_LAYOUT" val="a_b_f"/>
  <p:tag name="KSO_WM_SLIDE_LAYOUT_CNT" val="1_1_1"/>
</p:tagLst>
</file>

<file path=ppt/tags/tag99.xml><?xml version="1.0" encoding="utf-8"?>
<p:tagLst xmlns:p="http://schemas.openxmlformats.org/presentationml/2006/main">
  <p:tag name="KSO_WM_UNIT_TYPE" val="a"/>
  <p:tag name="KSO_WM_UNIT_INDEX" val="1"/>
  <p:tag name="KSO_WM_BEAUTIFY_FLAG" val="#wm#"/>
  <p:tag name="KSO_WM_TAG_VERSION" val="3.0"/>
  <p:tag name="KSO_WM_UNIT_ISCONTENTSTITLE" val="1"/>
  <p:tag name="KSO_WM_DIAGRAM_GROUP_CODE" val="l1-1"/>
  <p:tag name="KSO_WM_DIAGRAM_COLOR_TRICK" val="1"/>
  <p:tag name="KSO_WM_DIAGRAM_COLOR_TEXT_CAN_REMOVE" val="n"/>
  <p:tag name="KSO_WM_UNIT_ID" val="custom20238590_4*a*1"/>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TEMPLATE_INDEX" val="20238590"/>
  <p:tag name="KSO_WM_TEMPLATE_CATEGORY" val="custom"/>
</p:tagLst>
</file>

<file path=ppt/tags/tag100.xml><?xml version="1.0" encoding="utf-8"?>
<p:tagLst xmlns:p="http://schemas.openxmlformats.org/presentationml/2006/main">
  <p:tag name="KSO_WM_UNIT_TYPE" val="l_h_i"/>
  <p:tag name="KSO_WM_UNIT_SUBTYPE" val="d"/>
  <p:tag name="KSO_WM_UNIT_INDEX" val="1_1_1"/>
  <p:tag name="KSO_WM_BEAUTIFY_FLAG" val="#wm#"/>
  <p:tag name="KSO_WM_TAG_VERSION" val="3.0"/>
  <p:tag name="KSO_WM_DIAGRAM_VERSION" val="3"/>
  <p:tag name="KSO_WM_DIAGRAM_GROUP_CODE" val="l1-1"/>
  <p:tag name="KSO_WM_DIAGRAM_COLOR_TRICK" val="1"/>
  <p:tag name="KSO_WM_DIAGRAM_COLOR_TEXT_CAN_REMOVE" val="n"/>
  <p:tag name="KSO_WM_UNIT_ID" val="custom20238590_4*l_h_i*1_1_1"/>
  <p:tag name="KSO_WM_UNIT_ISNUMDGMTITLE" val="0"/>
  <p:tag name="KSO_WM_UNIT_NOCLEAR" val="0"/>
  <p:tag name="KSO_WM_UNIT_HIGHLIGHT" val="0"/>
  <p:tag name="KSO_WM_UNIT_COMPATIBLE" val="0"/>
  <p:tag name="KSO_WM_UNIT_DIAGRAM_ISNUMVISUAL" val="0"/>
  <p:tag name="KSO_WM_UNIT_DIAGRAM_ISREFERUNIT" val="0"/>
  <p:tag name="KSO_WM_UNIT_LAYERLEVEL" val="1_1_1"/>
  <p:tag name="KSO_WM_TEMPLATE_INDEX" val="20238590"/>
  <p:tag name="KSO_WM_TEMPLATE_CATEGORY" val="custom"/>
  <p:tag name="KSO_WM_DIAGRAM_MAX_ITEMCNT" val="6"/>
  <p:tag name="KSO_WM_DIAGRAM_MIN_ITEMCNT" val="2"/>
  <p:tag name="KSO_WM_DIAGRAM_VIRTUALLY_FRAME" val="{&quot;height&quot;:415.5,&quot;left&quot;:496,&quot;top&quot;:59.425,&quot;width&quot;:422.5}"/>
  <p:tag name="KSO_WM_DIAGRAM_COLOR_MATCH_VALUE" val="{&quot;shape&quot;:{&quot;fill&quot;:{&quot;type&quot;:0},&quot;glow&quot;:{&quot;colorType&quot;:0},&quot;line&quot;:{&quot;solidLine&quot;:{&quot;brightness&quot;:0,&quot;colorType&quot;:1,&quot;foreColorIndex&quot;:13,&quot;transparency&quot;:0},&quot;type&quot;:1},&quot;shadow&quot;:{&quot;colorType&quot;:0},&quot;threeD&quot;:{&quot;curvedSurface&quot;:{&quot;brightness&quot;:0,&quot;colorType&quot;:2,&quot;rgb&quot;:&quot;#000000&quot;},&quot;depth&quot;:{&quot;colorType&quot;:0}}},&quot;text&quot;:{&quot;fill&quot;:{&quot;solid&quot;:{&quot;brightness&quot;:0,&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Lst>
</file>

<file path=ppt/tags/tag101.xml><?xml version="1.0" encoding="utf-8"?>
<p:tagLst xmlns:p="http://schemas.openxmlformats.org/presentationml/2006/main">
  <p:tag name="KSO_WM_UNIT_TYPE" val="l_h_f"/>
  <p:tag name="KSO_WM_UNIT_INDEX" val="1_1_1"/>
  <p:tag name="KSO_WM_BEAUTIFY_FLAG" val="#wm#"/>
  <p:tag name="KSO_WM_TAG_VERSION" val="3.0"/>
  <p:tag name="KSO_WM_DIAGRAM_VERSION" val="3"/>
  <p:tag name="KSO_WM_DIAGRAM_GROUP_CODE" val="l1-1"/>
  <p:tag name="KSO_WM_DIAGRAM_COLOR_TRICK" val="1"/>
  <p:tag name="KSO_WM_DIAGRAM_COLOR_TEXT_CAN_REMOVE" val="n"/>
  <p:tag name="KSO_WM_UNIT_ID" val="custom20238590_4*l_h_f*1_1_1"/>
  <p:tag name="KSO_WM_UNIT_ISNUMDGMTITLE" val="0"/>
  <p:tag name="KSO_WM_UNIT_NOCLEAR" val="0"/>
  <p:tag name="KSO_WM_UNIT_HIGHLIGHT" val="0"/>
  <p:tag name="KSO_WM_UNIT_COMPATIBLE" val="0"/>
  <p:tag name="KSO_WM_UNIT_DIAGRAM_ISNUMVISUAL" val="0"/>
  <p:tag name="KSO_WM_UNIT_DIAGRAM_ISREFERUNIT" val="0"/>
  <p:tag name="KSO_WM_UNIT_LAYERLEVEL" val="1_1_1"/>
  <p:tag name="KSO_WM_TEMPLATE_INDEX" val="20238590"/>
  <p:tag name="KSO_WM_TEMPLATE_CATEGORY" val="custom"/>
  <p:tag name="KSO_WM_UNIT_SUBTYPE" val="a"/>
  <p:tag name="KSO_WM_UNIT_PRESET_TEXT" val="添加目录项标题"/>
  <p:tag name="KSO_WM_DIAGRAM_MAX_ITEMCNT" val="6"/>
  <p:tag name="KSO_WM_DIAGRAM_MIN_ITEMCNT" val="2"/>
  <p:tag name="KSO_WM_DIAGRAM_VIRTUALLY_FRAME" val="{&quot;height&quot;:415.5,&quot;left&quot;:496,&quot;top&quot;:59.425,&quot;width&quot;:422.5}"/>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TEXT_TYPE" val="1"/>
</p:tagLst>
</file>

<file path=ppt/tags/tag102.xml><?xml version="1.0" encoding="utf-8"?>
<p:tagLst xmlns:p="http://schemas.openxmlformats.org/presentationml/2006/main">
  <p:tag name="KSO_WM_UNIT_TYPE" val="l_h_i"/>
  <p:tag name="KSO_WM_UNIT_SUBTYPE" val="d"/>
  <p:tag name="KSO_WM_UNIT_INDEX" val="1_2_1"/>
  <p:tag name="KSO_WM_BEAUTIFY_FLAG" val="#wm#"/>
  <p:tag name="KSO_WM_TAG_VERSION" val="3.0"/>
  <p:tag name="KSO_WM_DIAGRAM_VERSION" val="3"/>
  <p:tag name="KSO_WM_DIAGRAM_GROUP_CODE" val="l1-1"/>
  <p:tag name="KSO_WM_DIAGRAM_COLOR_TRICK" val="1"/>
  <p:tag name="KSO_WM_DIAGRAM_COLOR_TEXT_CAN_REMOVE" val="n"/>
  <p:tag name="KSO_WM_UNIT_ID" val="custom20238590_4*l_h_i*1_2_1"/>
  <p:tag name="KSO_WM_UNIT_ISNUMDGMTITLE" val="0"/>
  <p:tag name="KSO_WM_UNIT_NOCLEAR" val="0"/>
  <p:tag name="KSO_WM_UNIT_HIGHLIGHT" val="0"/>
  <p:tag name="KSO_WM_UNIT_COMPATIBLE" val="0"/>
  <p:tag name="KSO_WM_UNIT_DIAGRAM_ISNUMVISUAL" val="0"/>
  <p:tag name="KSO_WM_UNIT_DIAGRAM_ISREFERUNIT" val="0"/>
  <p:tag name="KSO_WM_UNIT_LAYERLEVEL" val="1_1_1"/>
  <p:tag name="KSO_WM_TEMPLATE_INDEX" val="20238590"/>
  <p:tag name="KSO_WM_TEMPLATE_CATEGORY" val="custom"/>
  <p:tag name="KSO_WM_DIAGRAM_MAX_ITEMCNT" val="6"/>
  <p:tag name="KSO_WM_DIAGRAM_MIN_ITEMCNT" val="2"/>
  <p:tag name="KSO_WM_DIAGRAM_VIRTUALLY_FRAME" val="{&quot;height&quot;:415.5,&quot;left&quot;:496,&quot;top&quot;:59.425,&quot;width&quot;:422.5}"/>
  <p:tag name="KSO_WM_DIAGRAM_COLOR_MATCH_VALUE" val="{&quot;shape&quot;:{&quot;fill&quot;:{&quot;type&quot;:0},&quot;glow&quot;:{&quot;colorType&quot;:0},&quot;line&quot;:{&quot;solidLine&quot;:{&quot;brightness&quot;:0,&quot;colorType&quot;:1,&quot;foreColorIndex&quot;:13,&quot;transparency&quot;:0},&quot;type&quot;:1},&quot;shadow&quot;:{&quot;colorType&quot;:0},&quot;threeD&quot;:{&quot;curvedSurface&quot;:{&quot;brightness&quot;:0,&quot;colorType&quot;:2,&quot;rgb&quot;:&quot;#000000&quot;},&quot;depth&quot;:{&quot;colorType&quot;:0}}},&quot;text&quot;:{&quot;fill&quot;:{&quot;solid&quot;:{&quot;brightness&quot;:0,&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Lst>
</file>

<file path=ppt/tags/tag103.xml><?xml version="1.0" encoding="utf-8"?>
<p:tagLst xmlns:p="http://schemas.openxmlformats.org/presentationml/2006/main">
  <p:tag name="KSO_WM_UNIT_TYPE" val="l_h_f"/>
  <p:tag name="KSO_WM_UNIT_INDEX" val="1_2_1"/>
  <p:tag name="KSO_WM_BEAUTIFY_FLAG" val="#wm#"/>
  <p:tag name="KSO_WM_TAG_VERSION" val="3.0"/>
  <p:tag name="KSO_WM_DIAGRAM_VERSION" val="3"/>
  <p:tag name="KSO_WM_DIAGRAM_GROUP_CODE" val="l1-1"/>
  <p:tag name="KSO_WM_DIAGRAM_COLOR_TRICK" val="1"/>
  <p:tag name="KSO_WM_DIAGRAM_COLOR_TEXT_CAN_REMOVE" val="n"/>
  <p:tag name="KSO_WM_UNIT_ID" val="custom20238590_4*l_h_f*1_2_1"/>
  <p:tag name="KSO_WM_UNIT_ISNUMDGMTITLE" val="0"/>
  <p:tag name="KSO_WM_UNIT_NOCLEAR" val="0"/>
  <p:tag name="KSO_WM_UNIT_HIGHLIGHT" val="0"/>
  <p:tag name="KSO_WM_UNIT_COMPATIBLE" val="0"/>
  <p:tag name="KSO_WM_UNIT_DIAGRAM_ISNUMVISUAL" val="0"/>
  <p:tag name="KSO_WM_UNIT_DIAGRAM_ISREFERUNIT" val="0"/>
  <p:tag name="KSO_WM_UNIT_LAYERLEVEL" val="1_1_1"/>
  <p:tag name="KSO_WM_TEMPLATE_INDEX" val="20238590"/>
  <p:tag name="KSO_WM_TEMPLATE_CATEGORY" val="custom"/>
  <p:tag name="KSO_WM_UNIT_SUBTYPE" val="a"/>
  <p:tag name="KSO_WM_UNIT_PRESET_TEXT" val="添加目录项标题"/>
  <p:tag name="KSO_WM_DIAGRAM_MAX_ITEMCNT" val="6"/>
  <p:tag name="KSO_WM_DIAGRAM_MIN_ITEMCNT" val="2"/>
  <p:tag name="KSO_WM_DIAGRAM_VIRTUALLY_FRAME" val="{&quot;height&quot;:415.5,&quot;left&quot;:496,&quot;top&quot;:59.425,&quot;width&quot;:422.5}"/>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TEXT_TYPE" val="1"/>
</p:tagLst>
</file>

<file path=ppt/tags/tag104.xml><?xml version="1.0" encoding="utf-8"?>
<p:tagLst xmlns:p="http://schemas.openxmlformats.org/presentationml/2006/main">
  <p:tag name="KSO_WM_UNIT_TYPE" val="l_h_i"/>
  <p:tag name="KSO_WM_UNIT_SUBTYPE" val="d"/>
  <p:tag name="KSO_WM_UNIT_INDEX" val="1_3_1"/>
  <p:tag name="KSO_WM_BEAUTIFY_FLAG" val="#wm#"/>
  <p:tag name="KSO_WM_TAG_VERSION" val="3.0"/>
  <p:tag name="KSO_WM_DIAGRAM_VERSION" val="3"/>
  <p:tag name="KSO_WM_DIAGRAM_GROUP_CODE" val="l1-1"/>
  <p:tag name="KSO_WM_DIAGRAM_COLOR_TRICK" val="1"/>
  <p:tag name="KSO_WM_DIAGRAM_COLOR_TEXT_CAN_REMOVE" val="n"/>
  <p:tag name="KSO_WM_UNIT_ID" val="custom20238590_4*l_h_i*1_3_1"/>
  <p:tag name="KSO_WM_UNIT_ISNUMDGMTITLE" val="0"/>
  <p:tag name="KSO_WM_UNIT_NOCLEAR" val="0"/>
  <p:tag name="KSO_WM_UNIT_HIGHLIGHT" val="0"/>
  <p:tag name="KSO_WM_UNIT_COMPATIBLE" val="0"/>
  <p:tag name="KSO_WM_UNIT_DIAGRAM_ISNUMVISUAL" val="0"/>
  <p:tag name="KSO_WM_UNIT_DIAGRAM_ISREFERUNIT" val="0"/>
  <p:tag name="KSO_WM_UNIT_LAYERLEVEL" val="1_1_1"/>
  <p:tag name="KSO_WM_TEMPLATE_INDEX" val="20238590"/>
  <p:tag name="KSO_WM_TEMPLATE_CATEGORY" val="custom"/>
  <p:tag name="KSO_WM_DIAGRAM_MAX_ITEMCNT" val="6"/>
  <p:tag name="KSO_WM_DIAGRAM_MIN_ITEMCNT" val="2"/>
  <p:tag name="KSO_WM_DIAGRAM_VIRTUALLY_FRAME" val="{&quot;height&quot;:415.5,&quot;left&quot;:496,&quot;top&quot;:59.425,&quot;width&quot;:422.5}"/>
  <p:tag name="KSO_WM_DIAGRAM_COLOR_MATCH_VALUE" val="{&quot;shape&quot;:{&quot;fill&quot;:{&quot;type&quot;:0},&quot;glow&quot;:{&quot;colorType&quot;:0},&quot;line&quot;:{&quot;solidLine&quot;:{&quot;brightness&quot;:0,&quot;colorType&quot;:1,&quot;foreColorIndex&quot;:13,&quot;transparency&quot;:0},&quot;type&quot;:1},&quot;shadow&quot;:{&quot;colorType&quot;:0},&quot;threeD&quot;:{&quot;curvedSurface&quot;:{&quot;brightness&quot;:0,&quot;colorType&quot;:2,&quot;rgb&quot;:&quot;#000000&quot;},&quot;depth&quot;:{&quot;colorType&quot;:0}}},&quot;text&quot;:{&quot;fill&quot;:{&quot;solid&quot;:{&quot;brightness&quot;:0,&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Lst>
</file>

<file path=ppt/tags/tag105.xml><?xml version="1.0" encoding="utf-8"?>
<p:tagLst xmlns:p="http://schemas.openxmlformats.org/presentationml/2006/main">
  <p:tag name="KSO_WM_UNIT_TYPE" val="l_h_f"/>
  <p:tag name="KSO_WM_UNIT_INDEX" val="1_3_1"/>
  <p:tag name="KSO_WM_BEAUTIFY_FLAG" val="#wm#"/>
  <p:tag name="KSO_WM_TAG_VERSION" val="3.0"/>
  <p:tag name="KSO_WM_DIAGRAM_VERSION" val="3"/>
  <p:tag name="KSO_WM_DIAGRAM_GROUP_CODE" val="l1-1"/>
  <p:tag name="KSO_WM_DIAGRAM_COLOR_TRICK" val="1"/>
  <p:tag name="KSO_WM_DIAGRAM_COLOR_TEXT_CAN_REMOVE" val="n"/>
  <p:tag name="KSO_WM_UNIT_ID" val="custom20238590_4*l_h_f*1_3_1"/>
  <p:tag name="KSO_WM_UNIT_ISNUMDGMTITLE" val="0"/>
  <p:tag name="KSO_WM_UNIT_NOCLEAR" val="0"/>
  <p:tag name="KSO_WM_UNIT_HIGHLIGHT" val="0"/>
  <p:tag name="KSO_WM_UNIT_COMPATIBLE" val="0"/>
  <p:tag name="KSO_WM_UNIT_DIAGRAM_ISNUMVISUAL" val="0"/>
  <p:tag name="KSO_WM_UNIT_DIAGRAM_ISREFERUNIT" val="0"/>
  <p:tag name="KSO_WM_UNIT_LAYERLEVEL" val="1_1_1"/>
  <p:tag name="KSO_WM_TEMPLATE_INDEX" val="20238590"/>
  <p:tag name="KSO_WM_TEMPLATE_CATEGORY" val="custom"/>
  <p:tag name="KSO_WM_UNIT_SUBTYPE" val="a"/>
  <p:tag name="KSO_WM_UNIT_PRESET_TEXT" val="添加目录项标题"/>
  <p:tag name="KSO_WM_DIAGRAM_MAX_ITEMCNT" val="6"/>
  <p:tag name="KSO_WM_DIAGRAM_MIN_ITEMCNT" val="2"/>
  <p:tag name="KSO_WM_DIAGRAM_VIRTUALLY_FRAME" val="{&quot;height&quot;:415.5,&quot;left&quot;:496,&quot;top&quot;:59.425,&quot;width&quot;:422.5}"/>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TEXT_TYPE" val="1"/>
</p:tagLst>
</file>

<file path=ppt/tags/tag106.xml><?xml version="1.0" encoding="utf-8"?>
<p:tagLst xmlns:p="http://schemas.openxmlformats.org/presentationml/2006/main">
  <p:tag name="KSO_WM_UNIT_TYPE" val="l_h_i"/>
  <p:tag name="KSO_WM_UNIT_SUBTYPE" val="d"/>
  <p:tag name="KSO_WM_UNIT_INDEX" val="1_4_1"/>
  <p:tag name="KSO_WM_BEAUTIFY_FLAG" val="#wm#"/>
  <p:tag name="KSO_WM_TAG_VERSION" val="3.0"/>
  <p:tag name="KSO_WM_DIAGRAM_VERSION" val="3"/>
  <p:tag name="KSO_WM_DIAGRAM_GROUP_CODE" val="l1-1"/>
  <p:tag name="KSO_WM_DIAGRAM_COLOR_TRICK" val="1"/>
  <p:tag name="KSO_WM_DIAGRAM_COLOR_TEXT_CAN_REMOVE" val="n"/>
  <p:tag name="KSO_WM_UNIT_ID" val="custom20238590_4*l_h_i*1_4_1"/>
  <p:tag name="KSO_WM_UNIT_ISNUMDGMTITLE" val="0"/>
  <p:tag name="KSO_WM_UNIT_NOCLEAR" val="0"/>
  <p:tag name="KSO_WM_UNIT_HIGHLIGHT" val="0"/>
  <p:tag name="KSO_WM_UNIT_COMPATIBLE" val="0"/>
  <p:tag name="KSO_WM_UNIT_DIAGRAM_ISNUMVISUAL" val="0"/>
  <p:tag name="KSO_WM_UNIT_DIAGRAM_ISREFERUNIT" val="0"/>
  <p:tag name="KSO_WM_UNIT_LAYERLEVEL" val="1_1_1"/>
  <p:tag name="KSO_WM_TEMPLATE_INDEX" val="20238590"/>
  <p:tag name="KSO_WM_TEMPLATE_CATEGORY" val="custom"/>
  <p:tag name="KSO_WM_DIAGRAM_MAX_ITEMCNT" val="6"/>
  <p:tag name="KSO_WM_DIAGRAM_MIN_ITEMCNT" val="2"/>
  <p:tag name="KSO_WM_DIAGRAM_VIRTUALLY_FRAME" val="{&quot;height&quot;:415.5,&quot;left&quot;:496,&quot;top&quot;:59.425,&quot;width&quot;:422.5}"/>
  <p:tag name="KSO_WM_DIAGRAM_COLOR_MATCH_VALUE" val="{&quot;shape&quot;:{&quot;fill&quot;:{&quot;type&quot;:0},&quot;glow&quot;:{&quot;colorType&quot;:0},&quot;line&quot;:{&quot;solidLine&quot;:{&quot;brightness&quot;:0,&quot;colorType&quot;:1,&quot;foreColorIndex&quot;:13,&quot;transparency&quot;:0},&quot;type&quot;:1},&quot;shadow&quot;:{&quot;colorType&quot;:0},&quot;threeD&quot;:{&quot;curvedSurface&quot;:{&quot;brightness&quot;:0,&quot;colorType&quot;:2,&quot;rgb&quot;:&quot;#000000&quot;},&quot;depth&quot;:{&quot;colorType&quot;:0}}},&quot;text&quot;:{&quot;fill&quot;:{&quot;solid&quot;:{&quot;brightness&quot;:0,&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Lst>
</file>

<file path=ppt/tags/tag107.xml><?xml version="1.0" encoding="utf-8"?>
<p:tagLst xmlns:p="http://schemas.openxmlformats.org/presentationml/2006/main">
  <p:tag name="KSO_WM_UNIT_TYPE" val="l_h_f"/>
  <p:tag name="KSO_WM_UNIT_INDEX" val="1_4_1"/>
  <p:tag name="KSO_WM_BEAUTIFY_FLAG" val="#wm#"/>
  <p:tag name="KSO_WM_TAG_VERSION" val="3.0"/>
  <p:tag name="KSO_WM_DIAGRAM_VERSION" val="3"/>
  <p:tag name="KSO_WM_DIAGRAM_GROUP_CODE" val="l1-1"/>
  <p:tag name="KSO_WM_DIAGRAM_COLOR_TRICK" val="1"/>
  <p:tag name="KSO_WM_DIAGRAM_COLOR_TEXT_CAN_REMOVE" val="n"/>
  <p:tag name="KSO_WM_UNIT_ID" val="custom20238590_4*l_h_f*1_4_1"/>
  <p:tag name="KSO_WM_UNIT_ISNUMDGMTITLE" val="0"/>
  <p:tag name="KSO_WM_UNIT_NOCLEAR" val="0"/>
  <p:tag name="KSO_WM_UNIT_HIGHLIGHT" val="0"/>
  <p:tag name="KSO_WM_UNIT_COMPATIBLE" val="0"/>
  <p:tag name="KSO_WM_UNIT_DIAGRAM_ISNUMVISUAL" val="0"/>
  <p:tag name="KSO_WM_UNIT_DIAGRAM_ISREFERUNIT" val="0"/>
  <p:tag name="KSO_WM_UNIT_LAYERLEVEL" val="1_1_1"/>
  <p:tag name="KSO_WM_TEMPLATE_INDEX" val="20238590"/>
  <p:tag name="KSO_WM_TEMPLATE_CATEGORY" val="custom"/>
  <p:tag name="KSO_WM_UNIT_SUBTYPE" val="a"/>
  <p:tag name="KSO_WM_UNIT_PRESET_TEXT" val="添加目录项标题"/>
  <p:tag name="KSO_WM_DIAGRAM_MAX_ITEMCNT" val="6"/>
  <p:tag name="KSO_WM_DIAGRAM_MIN_ITEMCNT" val="2"/>
  <p:tag name="KSO_WM_DIAGRAM_VIRTUALLY_FRAME" val="{&quot;height&quot;:415.5,&quot;left&quot;:496,&quot;top&quot;:59.425,&quot;width&quot;:422.5}"/>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TEXT_TYPE" val="1"/>
</p:tagLst>
</file>

<file path=ppt/tags/tag108.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TYPE" val="i"/>
  <p:tag name="KSO_WM_UNIT_INDEX" val="1"/>
  <p:tag name="KSO_WM_UNIT_ID" val="custom20238590_4*i*1"/>
  <p:tag name="KSO_WM_TEMPLATE_CATEGORY" val="custom"/>
  <p:tag name="KSO_WM_TEMPLATE_INDEX" val="20238590"/>
  <p:tag name="KSO_WM_UNIT_LAYERLEVEL" val="1"/>
  <p:tag name="KSO_WM_TAG_VERSION" val="3.0"/>
  <p:tag name="KSO_WM_BEAUTIFY_FLAG" val="#wm#"/>
</p:tagLst>
</file>

<file path=ppt/tags/tag109.xml><?xml version="1.0" encoding="utf-8"?>
<p:tagLst xmlns:p="http://schemas.openxmlformats.org/presentationml/2006/main">
  <p:tag name="KSO_WM_SLIDE_TYPE" val="contents"/>
  <p:tag name="KSO_WM_TEMPLATE_SUBCATEGORY" val="29"/>
  <p:tag name="KSO_WM_TEMPLATE_COLOR_TYPE" val="0"/>
  <p:tag name="KSO_WM_TAG_VERSION" val="3.0"/>
  <p:tag name="KSO_WM_SLIDE_SUBTYPE" val="diag"/>
  <p:tag name="KSO_WM_SLIDE_ITEM_CNT" val="4"/>
  <p:tag name="KSO_WM_DIAGRAM_GROUP_CODE" val="l1-1"/>
  <p:tag name="KSO_WM_BEAUTIFY_FLAG" val="#wm#"/>
  <p:tag name="KSO_WM_TEMPLATE_INDEX" val="20238590"/>
  <p:tag name="KSO_WM_TEMPLATE_CATEGORY" val="custom"/>
  <p:tag name="KSO_WM_SLIDE_INDEX" val="4"/>
  <p:tag name="KSO_WM_SLIDE_ID" val="custom20238590_4"/>
  <p:tag name="KSO_WM_TEMPLATE_MASTER_TYPE" val="0"/>
  <p:tag name="KSO_WM_SLIDE_LAYOUT" val="a_l"/>
  <p:tag name="KSO_WM_SLIDE_LAYOUT_CNT" val="1_1"/>
  <p:tag name="KSO_WM_SLIDE_DIAGTYPE" val="l"/>
</p:tagLst>
</file>

<file path=ppt/tags/tag110.xml><?xml version="1.0" encoding="utf-8"?>
<p:tagLst xmlns:p="http://schemas.openxmlformats.org/presentationml/2006/main">
  <p:tag name="KSO_WM_UNIT_TYPE" val="e"/>
  <p:tag name="KSO_WM_UNIT_INDEX" val="1"/>
  <p:tag name="KSO_WM_BEAUTIFY_FLAG" val="#wm#"/>
  <p:tag name="KSO_WM_TAG_VERSION" val="3.0"/>
  <p:tag name="KSO_WM_UNIT_ID" val="custom20238590_7*e*1"/>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TEMPLATE_INDEX" val="20238590"/>
  <p:tag name="KSO_WM_TEMPLATE_CATEGORY" val="custom"/>
  <p:tag name="KSO_WM_UNIT_VALUE" val="7"/>
</p:tagLst>
</file>

<file path=ppt/tags/tag111.xml><?xml version="1.0" encoding="utf-8"?>
<p:tagLst xmlns:p="http://schemas.openxmlformats.org/presentationml/2006/main">
  <p:tag name="KSO_WM_UNIT_TYPE" val="a"/>
  <p:tag name="KSO_WM_UNIT_INDEX" val="1"/>
  <p:tag name="KSO_WM_BEAUTIFY_FLAG" val="#wm#"/>
  <p:tag name="KSO_WM_TAG_VERSION" val="3.0"/>
  <p:tag name="KSO_WM_UNIT_ID" val="custom20238590_7*a*1"/>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TEMPLATE_INDEX" val="20238590"/>
  <p:tag name="KSO_WM_TEMPLATE_CATEGORY" val="custom"/>
  <p:tag name="KSO_WM_UNIT_ISCONTENTSTITLE" val="0"/>
  <p:tag name="KSO_WM_UNIT_VALUE" val="8"/>
  <p:tag name="KSO_WM_UNIT_PRESET_TEXT" val="添加章节标题"/>
  <p:tag name="KSO_WM_UNIT_TEXT_TYPE" val="1"/>
</p:tagLst>
</file>

<file path=ppt/tags/tag112.xml><?xml version="1.0" encoding="utf-8"?>
<p:tagLst xmlns:p="http://schemas.openxmlformats.org/presentationml/2006/main">
  <p:tag name="KSO_WM_UNIT_TYPE" val="b"/>
  <p:tag name="KSO_WM_UNIT_INDEX" val="1"/>
  <p:tag name="KSO_WM_BEAUTIFY_FLAG" val="#wm#"/>
  <p:tag name="KSO_WM_TAG_VERSION" val="3.0"/>
  <p:tag name="KSO_WM_UNIT_ID" val="custom20238590_7*b*1"/>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TEMPLATE_INDEX" val="20238590"/>
  <p:tag name="KSO_WM_TEMPLATE_CATEGORY" val="custom"/>
  <p:tag name="KSO_WM_UNIT_ISCONTENTSTITLE" val="0"/>
  <p:tag name="KSO_WM_UNIT_VALUE" val="15"/>
  <p:tag name="KSO_WM_UNIT_PRESET_TEXT" val="单击此处添加您的文档副标题"/>
  <p:tag name="KSO_WM_UNIT_TEXT_TYPE" val="1"/>
</p:tagLst>
</file>

<file path=ppt/tags/tag113.xml><?xml version="1.0" encoding="utf-8"?>
<p:tagLst xmlns:p="http://schemas.openxmlformats.org/presentationml/2006/main">
  <p:tag name="KSO_WM_SLIDE_TYPE" val="sectionTitle"/>
  <p:tag name="KSO_WM_TEMPLATE_SUBCATEGORY" val="29"/>
  <p:tag name="KSO_WM_TEMPLATE_COLOR_TYPE" val="0"/>
  <p:tag name="KSO_WM_TAG_VERSION" val="3.0"/>
  <p:tag name="KSO_WM_SLIDE_SUBTYPE" val="pureTxt"/>
  <p:tag name="KSO_WM_SLIDE_ITEM_CNT" val="0"/>
  <p:tag name="KSO_WM_BEAUTIFY_FLAG" val="#wm#"/>
  <p:tag name="KSO_WM_TEMPLATE_INDEX" val="20238590"/>
  <p:tag name="KSO_WM_TEMPLATE_CATEGORY" val="custom"/>
  <p:tag name="KSO_WM_SLIDE_INDEX" val="7"/>
  <p:tag name="KSO_WM_SLIDE_ID" val="custom20238590_7"/>
  <p:tag name="KSO_WM_TEMPLATE_MASTER_TYPE" val="0"/>
  <p:tag name="KSO_WM_SLIDE_LAYOUT" val="a_b_e"/>
  <p:tag name="KSO_WM_SLIDE_LAYOUT_CNT" val="1_1_1"/>
</p:tagLst>
</file>

<file path=ppt/tags/tag114.xml><?xml version="1.0" encoding="utf-8"?>
<p:tagLst xmlns:p="http://schemas.openxmlformats.org/presentationml/2006/main">
  <p:tag name="KSO_WM_UNIT_TYPE" val="a"/>
  <p:tag name="KSO_WM_UNIT_INDEX" val="1"/>
  <p:tag name="KSO_WM_BEAUTIFY_FLAG" val="#wm#"/>
  <p:tag name="KSO_WM_TAG_VERSION" val="3.0"/>
  <p:tag name="KSO_WM_UNIT_ID" val="custom20238590_8*a*1"/>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TEMPLATE_INDEX" val="20238590"/>
  <p:tag name="KSO_WM_TEMPLATE_CATEGORY" val="custom"/>
  <p:tag name="KSO_WM_UNIT_ISCONTENTSTITLE" val="0"/>
  <p:tag name="KSO_WM_UNIT_VALUE" val="29"/>
  <p:tag name="KSO_WM_UNIT_PRESET_TEXT" val="单击此处添加标题"/>
  <p:tag name="KSO_WM_UNIT_TEXT_TYPE" val="1"/>
</p:tagLst>
</file>

<file path=ppt/tags/tag115.xml><?xml version="1.0" encoding="utf-8"?>
<p:tagLst xmlns:p="http://schemas.openxmlformats.org/presentationml/2006/main">
  <p:tag name="KSO_WM_UNIT_TYPE" val="f"/>
  <p:tag name="KSO_WM_UNIT_SUBTYPE" val="a"/>
  <p:tag name="KSO_WM_UNIT_INDEX" val="1"/>
  <p:tag name="KSO_WM_BEAUTIFY_FLAG" val="#wm#"/>
  <p:tag name="KSO_WM_TAG_VERSION" val="3.0"/>
  <p:tag name="KSO_WM_UNIT_ID" val="custom20238590_8*f*1"/>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TEMPLATE_INDEX" val="20238590"/>
  <p:tag name="KSO_WM_TEMPLATE_CATEGORY" val="custom"/>
  <p:tag name="KSO_WM_UNIT_VALUE" val="340"/>
  <p:tag name="KSO_WM_UNIT_PRESET_TEXT" val="单击此处添加文本"/>
  <p:tag name="KSO_WM_UNIT_TEXT_TYPE" val="1"/>
</p:tagLst>
</file>

<file path=ppt/tags/tag116.xml><?xml version="1.0" encoding="utf-8"?>
<p:tagLst xmlns:p="http://schemas.openxmlformats.org/presentationml/2006/main">
  <p:tag name="KSO_WM_SLIDE_TYPE" val="text"/>
  <p:tag name="KSO_WM_TEMPLATE_SUBCATEGORY" val="29"/>
  <p:tag name="KSO_WM_TEMPLATE_COLOR_TYPE" val="0"/>
  <p:tag name="KSO_WM_TAG_VERSION" val="3.0"/>
  <p:tag name="KSO_WM_SLIDE_SUBTYPE" val="pureTxt"/>
  <p:tag name="KSO_WM_SLIDE_ITEM_CNT" val="0"/>
  <p:tag name="KSO_WM_BEAUTIFY_FLAG" val="#wm#"/>
  <p:tag name="KSO_WM_TEMPLATE_INDEX" val="20238590"/>
  <p:tag name="KSO_WM_TEMPLATE_CATEGORY" val="custom"/>
  <p:tag name="KSO_WM_SLIDE_INDEX" val="8"/>
  <p:tag name="KSO_WM_SLIDE_ID" val="custom20238590_8"/>
  <p:tag name="KSO_WM_TEMPLATE_MASTER_TYPE" val="0"/>
  <p:tag name="KSO_WM_SLIDE_LAYOUT" val="a_f"/>
  <p:tag name="KSO_WM_SLIDE_LAYOUT_CNT" val="1_1"/>
  <p:tag name="KSO_WM_SLIDE_SIZE" val="850*457"/>
  <p:tag name="KSO_WM_SLIDE_POSITION" val="54*28"/>
</p:tagLst>
</file>

<file path=ppt/tags/tag117.xml><?xml version="1.0" encoding="utf-8"?>
<p:tagLst xmlns:p="http://schemas.openxmlformats.org/presentationml/2006/main">
  <p:tag name="KSO_WM_UNIT_TYPE" val="e"/>
  <p:tag name="KSO_WM_UNIT_INDEX" val="1"/>
  <p:tag name="KSO_WM_BEAUTIFY_FLAG" val="#wm#"/>
  <p:tag name="KSO_WM_TAG_VERSION" val="3.0"/>
  <p:tag name="KSO_WM_UNIT_ID" val="custom20238590_7*e*1"/>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TEMPLATE_INDEX" val="20238590"/>
  <p:tag name="KSO_WM_TEMPLATE_CATEGORY" val="custom"/>
  <p:tag name="KSO_WM_UNIT_VALUE" val="7"/>
</p:tagLst>
</file>

<file path=ppt/tags/tag118.xml><?xml version="1.0" encoding="utf-8"?>
<p:tagLst xmlns:p="http://schemas.openxmlformats.org/presentationml/2006/main">
  <p:tag name="KSO_WM_UNIT_TYPE" val="a"/>
  <p:tag name="KSO_WM_UNIT_INDEX" val="1"/>
  <p:tag name="KSO_WM_BEAUTIFY_FLAG" val="#wm#"/>
  <p:tag name="KSO_WM_TAG_VERSION" val="3.0"/>
  <p:tag name="KSO_WM_UNIT_ID" val="custom20238590_7*a*1"/>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TEMPLATE_INDEX" val="20238590"/>
  <p:tag name="KSO_WM_TEMPLATE_CATEGORY" val="custom"/>
  <p:tag name="KSO_WM_UNIT_ISCONTENTSTITLE" val="0"/>
  <p:tag name="KSO_WM_UNIT_VALUE" val="8"/>
  <p:tag name="KSO_WM_UNIT_PRESET_TEXT" val="添加章节标题"/>
  <p:tag name="KSO_WM_UNIT_TEXT_TYPE" val="1"/>
</p:tagLst>
</file>

<file path=ppt/tags/tag119.xml><?xml version="1.0" encoding="utf-8"?>
<p:tagLst xmlns:p="http://schemas.openxmlformats.org/presentationml/2006/main">
  <p:tag name="KSO_WM_UNIT_TYPE" val="b"/>
  <p:tag name="KSO_WM_UNIT_INDEX" val="1"/>
  <p:tag name="KSO_WM_BEAUTIFY_FLAG" val="#wm#"/>
  <p:tag name="KSO_WM_TAG_VERSION" val="3.0"/>
  <p:tag name="KSO_WM_UNIT_ID" val="custom20238590_7*b*1"/>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TEMPLATE_INDEX" val="20238590"/>
  <p:tag name="KSO_WM_TEMPLATE_CATEGORY" val="custom"/>
  <p:tag name="KSO_WM_UNIT_ISCONTENTSTITLE" val="0"/>
  <p:tag name="KSO_WM_UNIT_VALUE" val="15"/>
  <p:tag name="KSO_WM_UNIT_PRESET_TEXT" val="单击此处添加您的文档副标题"/>
  <p:tag name="KSO_WM_UNIT_TEXT_TYPE" val="1"/>
</p:tagLst>
</file>

<file path=ppt/tags/tag120.xml><?xml version="1.0" encoding="utf-8"?>
<p:tagLst xmlns:p="http://schemas.openxmlformats.org/presentationml/2006/main">
  <p:tag name="KSO_WM_SLIDE_TYPE" val="sectionTitle"/>
  <p:tag name="KSO_WM_TEMPLATE_SUBCATEGORY" val="29"/>
  <p:tag name="KSO_WM_TEMPLATE_COLOR_TYPE" val="0"/>
  <p:tag name="KSO_WM_TAG_VERSION" val="3.0"/>
  <p:tag name="KSO_WM_SLIDE_SUBTYPE" val="pureTxt"/>
  <p:tag name="KSO_WM_SLIDE_ITEM_CNT" val="0"/>
  <p:tag name="KSO_WM_BEAUTIFY_FLAG" val="#wm#"/>
  <p:tag name="KSO_WM_TEMPLATE_INDEX" val="20238590"/>
  <p:tag name="KSO_WM_TEMPLATE_CATEGORY" val="custom"/>
  <p:tag name="KSO_WM_SLIDE_INDEX" val="7"/>
  <p:tag name="KSO_WM_SLIDE_ID" val="custom20238590_7"/>
  <p:tag name="KSO_WM_TEMPLATE_MASTER_TYPE" val="0"/>
  <p:tag name="KSO_WM_SLIDE_LAYOUT" val="a_b_e"/>
  <p:tag name="KSO_WM_SLIDE_LAYOUT_CNT" val="1_1_1"/>
</p:tagLst>
</file>

<file path=ppt/tags/tag121.xml><?xml version="1.0" encoding="utf-8"?>
<p:tagLst xmlns:p="http://schemas.openxmlformats.org/presentationml/2006/main">
  <p:tag name="KSO_WM_UNIT_HIGHLIGHT" val="0"/>
  <p:tag name="KSO_WM_UNIT_COMPATIBLE" val="0"/>
  <p:tag name="KSO_WM_UNIT_DIAGRAM_ISNUMVISUAL" val="0"/>
  <p:tag name="KSO_WM_UNIT_DIAGRAM_ISREFERUNIT" val="0"/>
  <p:tag name="KSO_WM_TEMPLATE_CATEGORY" val="diagram"/>
  <p:tag name="KSO_WM_UNIT_LAYERLEVEL" val="1"/>
  <p:tag name="KSO_WM_TAG_VERSION" val="3.0"/>
  <p:tag name="KSO_WM_BEAUTIFY_FLAG" val="#wm#"/>
  <p:tag name="KSO_WM_UNIT_ISCONTENTSTITLE" val="0"/>
  <p:tag name="KSO_WM_UNIT_ISNUMDGMTITLE" val="0"/>
  <p:tag name="KSO_WM_UNIT_NOCLEAR" val="0"/>
  <p:tag name="KSO_WM_UNIT_VALUE" val="30"/>
  <p:tag name="KSO_WM_DIAGRAM_GROUP_CODE" val="m1-1"/>
  <p:tag name="KSO_WM_UNIT_TYPE" val="a"/>
  <p:tag name="KSO_WM_UNIT_INDEX" val="1"/>
  <p:tag name="KSO_WM_TEMPLATE_INDEX" val="20233243"/>
  <p:tag name="KSO_WM_UNIT_ID" val="diagram20233243_2*a*1"/>
  <p:tag name="KSO_WM_UNIT_TEXT_FILL_FORE_SCHEMECOLOR_INDEX" val="13"/>
  <p:tag name="KSO_WM_UNIT_TEXT_FILL_TYPE" val="1"/>
  <p:tag name="KSO_WM_UNIT_USESOURCEFORMAT_APPLY" val="1"/>
  <p:tag name="KSO_WM_UNIT_PRESET_TEXT" val="单击此处添加标题"/>
  <p:tag name="KSO_WM_UNIT_TEXT_TYPE" val="1"/>
</p:tagLst>
</file>

<file path=ppt/tags/tag122.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m1-1"/>
  <p:tag name="KSO_WM_UNIT_ID" val="diagram20233243_2*m_i*1_1"/>
  <p:tag name="KSO_WM_TEMPLATE_CATEGORY" val="diagram"/>
  <p:tag name="KSO_WM_TEMPLATE_INDEX" val="20233243"/>
  <p:tag name="KSO_WM_UNIT_LAYERLEVEL" val="1_1"/>
  <p:tag name="KSO_WM_TAG_VERSION" val="3.0"/>
  <p:tag name="KSO_WM_BEAUTIFY_FLAG" val="#wm#"/>
  <p:tag name="KSO_WM_UNIT_TYPE" val="m_i"/>
  <p:tag name="KSO_WM_UNIT_INDEX" val="1_1"/>
  <p:tag name="KSO_WM_DIAGRAM_VERSION" val="3"/>
  <p:tag name="KSO_WM_DIAGRAM_COLOR_TRICK" val="1"/>
  <p:tag name="KSO_WM_DIAGRAM_COLOR_TEXT_CAN_REMOVE" val="n"/>
  <p:tag name="KSO_WM_DIAGRAM_MAX_ITEMCNT" val="6"/>
  <p:tag name="KSO_WM_DIAGRAM_MIN_ITEMCNT" val="4"/>
  <p:tag name="KSO_WM_DIAGRAM_VIRTUALLY_FRAME" val="{&quot;height&quot;:376.7554339823067,&quot;left&quot;:0.05,&quot;top&quot;:118.44456601769323,&quot;width&quot;:902.75}"/>
  <p:tag name="KSO_WM_DIAGRAM_COLOR_MATCH_VALUE" val="{&quot;shape&quot;:{&quot;fill&quot;:{&quot;type&quot;:0},&quot;glow&quot;:{&quot;colorType&quot;:0},&quot;line&quot;:{&quot;solidLine&quot;:{&quot;brightness&quot;:0,&quot;colorType&quot;:1,&quot;foreColorIndex&quot;:5,&quot;transparency&quot;:0.6499999761581421},&quot;type&quot;:1},&quot;shadow&quot;:{&quot;colorType&quot;:0},&quot;threeD&quot;:{&quot;curvedSurface&quot;:{&quot;brightness&quot;:0,&quot;colorType&quot;:2,&quot;rgb&quot;:&quot;#000000&quot;},&quot;depth&quot;:{&quot;colorType&quot;:0}}},&quot;text&quot;:{&quot;fill&quot;:{&quot;solid&quot;:{&quot;brightness&quot;:0,&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LINE_FORE_SCHEMECOLOR_INDEX" val="5"/>
</p:tagLst>
</file>

<file path=ppt/tags/tag123.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m1-1"/>
  <p:tag name="KSO_WM_UNIT_ID" val="diagram20233243_2*m_h_i*1_1_1"/>
  <p:tag name="KSO_WM_TEMPLATE_CATEGORY" val="diagram"/>
  <p:tag name="KSO_WM_TEMPLATE_INDEX" val="20233243"/>
  <p:tag name="KSO_WM_UNIT_LAYERLEVEL" val="1_1_1"/>
  <p:tag name="KSO_WM_TAG_VERSION" val="3.0"/>
  <p:tag name="KSO_WM_BEAUTIFY_FLAG" val="#wm#"/>
  <p:tag name="KSO_WM_UNIT_TYPE" val="m_h_i"/>
  <p:tag name="KSO_WM_UNIT_INDEX" val="1_1_1"/>
  <p:tag name="KSO_WM_DIAGRAM_VERSION" val="3"/>
  <p:tag name="KSO_WM_DIAGRAM_COLOR_TRICK" val="1"/>
  <p:tag name="KSO_WM_DIAGRAM_COLOR_TEXT_CAN_REMOVE" val="n"/>
  <p:tag name="KSO_WM_DIAGRAM_MAX_ITEMCNT" val="6"/>
  <p:tag name="KSO_WM_DIAGRAM_MIN_ITEMCNT" val="4"/>
  <p:tag name="KSO_WM_DIAGRAM_VIRTUALLY_FRAME" val="{&quot;height&quot;:376.7554339823067,&quot;left&quot;:0.05,&quot;top&quot;:118.44456601769323,&quot;width&quot;:902.75}"/>
  <p:tag name="KSO_WM_DIAGRAM_COLOR_MATCH_VALUE" val="{&quot;shape&quot;:{&quot;fill&quot;:{&quot;solid&quot;:{&quot;brightness&quot;:0,&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UNIT_FILL_TYPE" val="1"/>
  <p:tag name="KSO_WM_UNIT_FILL_FORE_SCHEMECOLOR_INDEX" val="5"/>
  <p:tag name="KSO_WM_UNIT_FILL_FORE_SCHEMECOLOR_INDEX_BRIGHTNESS" val="0"/>
</p:tagLst>
</file>

<file path=ppt/tags/tag124.xml><?xml version="1.0" encoding="utf-8"?>
<p:tagLst xmlns:p="http://schemas.openxmlformats.org/presentationml/2006/main">
  <p:tag name="KSO_WM_BEAUTIFY_FLAG" val="#wm#"/>
  <p:tag name="KSO_WM_UNIT_HIGHLIGHT" val="0"/>
  <p:tag name="KSO_WM_UNIT_COMPATIBLE" val="0"/>
  <p:tag name="KSO_WM_UNIT_DIAGRAM_ISNUMVISUAL" val="0"/>
  <p:tag name="KSO_WM_UNIT_DIAGRAM_ISREFERUNIT" val="0"/>
  <p:tag name="KSO_WM_DIAGRAM_GROUP_CODE" val="m1-1"/>
  <p:tag name="KSO_WM_UNIT_ID" val="diagram20233243_2*m_h_i*1_2_1"/>
  <p:tag name="KSO_WM_TEMPLATE_CATEGORY" val="diagram"/>
  <p:tag name="KSO_WM_TEMPLATE_INDEX" val="20233243"/>
  <p:tag name="KSO_WM_UNIT_LAYERLEVEL" val="1_1_1"/>
  <p:tag name="KSO_WM_TAG_VERSION" val="3.0"/>
  <p:tag name="KSO_WM_UNIT_TYPE" val="m_h_i"/>
  <p:tag name="KSO_WM_UNIT_INDEX" val="1_2_1"/>
  <p:tag name="KSO_WM_DIAGRAM_VERSION" val="3"/>
  <p:tag name="KSO_WM_DIAGRAM_COLOR_TRICK" val="1"/>
  <p:tag name="KSO_WM_DIAGRAM_COLOR_TEXT_CAN_REMOVE" val="n"/>
  <p:tag name="KSO_WM_DIAGRAM_MAX_ITEMCNT" val="6"/>
  <p:tag name="KSO_WM_DIAGRAM_MIN_ITEMCNT" val="4"/>
  <p:tag name="KSO_WM_DIAGRAM_VIRTUALLY_FRAME" val="{&quot;height&quot;:376.7554339823067,&quot;left&quot;:0.05,&quot;top&quot;:118.44456601769323,&quot;width&quot;:902.75}"/>
  <p:tag name="KSO_WM_DIAGRAM_COLOR_MATCH_VALUE" val="{&quot;shape&quot;:{&quot;fill&quot;:{&quot;solid&quot;:{&quot;brightness&quot;:0,&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UNIT_FILL_TYPE" val="1"/>
  <p:tag name="KSO_WM_UNIT_FILL_FORE_SCHEMECOLOR_INDEX" val="5"/>
  <p:tag name="KSO_WM_UNIT_FILL_FORE_SCHEMECOLOR_INDEX_BRIGHTNESS" val="0"/>
</p:tagLst>
</file>

<file path=ppt/tags/tag125.xml><?xml version="1.0" encoding="utf-8"?>
<p:tagLst xmlns:p="http://schemas.openxmlformats.org/presentationml/2006/main">
  <p:tag name="KSO_WM_BEAUTIFY_FLAG" val="#wm#"/>
  <p:tag name="KSO_WM_UNIT_HIGHLIGHT" val="0"/>
  <p:tag name="KSO_WM_UNIT_COMPATIBLE" val="0"/>
  <p:tag name="KSO_WM_UNIT_DIAGRAM_ISNUMVISUAL" val="0"/>
  <p:tag name="KSO_WM_UNIT_DIAGRAM_ISREFERUNIT" val="0"/>
  <p:tag name="KSO_WM_DIAGRAM_GROUP_CODE" val="m1-1"/>
  <p:tag name="KSO_WM_UNIT_ID" val="diagram20233243_2*m_h_i*1_4_1"/>
  <p:tag name="KSO_WM_TEMPLATE_CATEGORY" val="diagram"/>
  <p:tag name="KSO_WM_TEMPLATE_INDEX" val="20233243"/>
  <p:tag name="KSO_WM_UNIT_LAYERLEVEL" val="1_1_1"/>
  <p:tag name="KSO_WM_TAG_VERSION" val="3.0"/>
  <p:tag name="KSO_WM_UNIT_TYPE" val="m_h_i"/>
  <p:tag name="KSO_WM_UNIT_INDEX" val="1_4_1"/>
  <p:tag name="KSO_WM_DIAGRAM_VERSION" val="3"/>
  <p:tag name="KSO_WM_DIAGRAM_COLOR_TRICK" val="1"/>
  <p:tag name="KSO_WM_DIAGRAM_COLOR_TEXT_CAN_REMOVE" val="n"/>
  <p:tag name="KSO_WM_DIAGRAM_MAX_ITEMCNT" val="6"/>
  <p:tag name="KSO_WM_DIAGRAM_MIN_ITEMCNT" val="4"/>
  <p:tag name="KSO_WM_DIAGRAM_VIRTUALLY_FRAME" val="{&quot;height&quot;:376.7554339823067,&quot;left&quot;:0.05,&quot;top&quot;:118.44456601769323,&quot;width&quot;:902.75}"/>
  <p:tag name="KSO_WM_DIAGRAM_COLOR_MATCH_VALUE" val="{&quot;shape&quot;:{&quot;fill&quot;:{&quot;solid&quot;:{&quot;brightness&quot;:0,&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UNIT_FILL_TYPE" val="1"/>
  <p:tag name="KSO_WM_UNIT_FILL_FORE_SCHEMECOLOR_INDEX" val="5"/>
  <p:tag name="KSO_WM_UNIT_FILL_FORE_SCHEMECOLOR_INDEX_BRIGHTNESS" val="0"/>
</p:tagLst>
</file>

<file path=ppt/tags/tag126.xml><?xml version="1.0" encoding="utf-8"?>
<p:tagLst xmlns:p="http://schemas.openxmlformats.org/presentationml/2006/main">
  <p:tag name="KSO_WM_BEAUTIFY_FLAG" val="#wm#"/>
  <p:tag name="KSO_WM_UNIT_HIGHLIGHT" val="0"/>
  <p:tag name="KSO_WM_UNIT_COMPATIBLE" val="0"/>
  <p:tag name="KSO_WM_UNIT_DIAGRAM_ISNUMVISUAL" val="0"/>
  <p:tag name="KSO_WM_UNIT_DIAGRAM_ISREFERUNIT" val="0"/>
  <p:tag name="KSO_WM_DIAGRAM_GROUP_CODE" val="m1-1"/>
  <p:tag name="KSO_WM_UNIT_ID" val="diagram20233243_2*m_h_i*1_5_1"/>
  <p:tag name="KSO_WM_TEMPLATE_CATEGORY" val="diagram"/>
  <p:tag name="KSO_WM_TEMPLATE_INDEX" val="20233243"/>
  <p:tag name="KSO_WM_UNIT_LAYERLEVEL" val="1_1_1"/>
  <p:tag name="KSO_WM_TAG_VERSION" val="3.0"/>
  <p:tag name="KSO_WM_UNIT_TYPE" val="m_h_i"/>
  <p:tag name="KSO_WM_UNIT_INDEX" val="1_5_1"/>
  <p:tag name="KSO_WM_DIAGRAM_VERSION" val="3"/>
  <p:tag name="KSO_WM_DIAGRAM_COLOR_TRICK" val="1"/>
  <p:tag name="KSO_WM_DIAGRAM_COLOR_TEXT_CAN_REMOVE" val="n"/>
  <p:tag name="KSO_WM_DIAGRAM_MAX_ITEMCNT" val="6"/>
  <p:tag name="KSO_WM_DIAGRAM_MIN_ITEMCNT" val="4"/>
  <p:tag name="KSO_WM_DIAGRAM_VIRTUALLY_FRAME" val="{&quot;height&quot;:376.7554339823067,&quot;left&quot;:0.05,&quot;top&quot;:118.44456601769323,&quot;width&quot;:902.75}"/>
  <p:tag name="KSO_WM_DIAGRAM_COLOR_MATCH_VALUE" val="{&quot;shape&quot;:{&quot;fill&quot;:{&quot;solid&quot;:{&quot;brightness&quot;:0,&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UNIT_FILL_TYPE" val="1"/>
  <p:tag name="KSO_WM_UNIT_FILL_FORE_SCHEMECOLOR_INDEX" val="5"/>
  <p:tag name="KSO_WM_UNIT_FILL_FORE_SCHEMECOLOR_INDEX_BRIGHTNESS" val="0"/>
</p:tagLst>
</file>

<file path=ppt/tags/tag127.xml><?xml version="1.0" encoding="utf-8"?>
<p:tagLst xmlns:p="http://schemas.openxmlformats.org/presentationml/2006/main">
  <p:tag name="KSO_WM_BEAUTIFY_FLAG" val="#wm#"/>
  <p:tag name="KSO_WM_UNIT_HIGHLIGHT" val="0"/>
  <p:tag name="KSO_WM_UNIT_COMPATIBLE" val="0"/>
  <p:tag name="KSO_WM_UNIT_DIAGRAM_ISNUMVISUAL" val="0"/>
  <p:tag name="KSO_WM_UNIT_DIAGRAM_ISREFERUNIT" val="0"/>
  <p:tag name="KSO_WM_DIAGRAM_GROUP_CODE" val="m1-1"/>
  <p:tag name="KSO_WM_UNIT_ID" val="diagram20233243_2*m_h_i*1_3_1"/>
  <p:tag name="KSO_WM_TEMPLATE_CATEGORY" val="diagram"/>
  <p:tag name="KSO_WM_TEMPLATE_INDEX" val="20233243"/>
  <p:tag name="KSO_WM_UNIT_LAYERLEVEL" val="1_1_1"/>
  <p:tag name="KSO_WM_TAG_VERSION" val="3.0"/>
  <p:tag name="KSO_WM_UNIT_TYPE" val="m_h_i"/>
  <p:tag name="KSO_WM_UNIT_INDEX" val="1_3_1"/>
  <p:tag name="KSO_WM_DIAGRAM_VERSION" val="3"/>
  <p:tag name="KSO_WM_DIAGRAM_COLOR_TRICK" val="1"/>
  <p:tag name="KSO_WM_DIAGRAM_COLOR_TEXT_CAN_REMOVE" val="n"/>
  <p:tag name="KSO_WM_DIAGRAM_MAX_ITEMCNT" val="6"/>
  <p:tag name="KSO_WM_DIAGRAM_MIN_ITEMCNT" val="4"/>
  <p:tag name="KSO_WM_DIAGRAM_VIRTUALLY_FRAME" val="{&quot;height&quot;:376.7554339823067,&quot;left&quot;:0.05,&quot;top&quot;:118.44456601769323,&quot;width&quot;:902.75}"/>
  <p:tag name="KSO_WM_DIAGRAM_COLOR_MATCH_VALUE" val="{&quot;shape&quot;:{&quot;fill&quot;:{&quot;solid&quot;:{&quot;brightness&quot;:0,&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UNIT_FILL_TYPE" val="1"/>
  <p:tag name="KSO_WM_UNIT_FILL_FORE_SCHEMECOLOR_INDEX" val="5"/>
  <p:tag name="KSO_WM_UNIT_FILL_FORE_SCHEMECOLOR_INDEX_BRIGHTNESS" val="0"/>
</p:tagLst>
</file>

<file path=ppt/tags/tag128.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m1-1"/>
  <p:tag name="KSO_WM_UNIT_ID" val="diagram20233243_2*m_i*1_2"/>
  <p:tag name="KSO_WM_TEMPLATE_CATEGORY" val="diagram"/>
  <p:tag name="KSO_WM_TEMPLATE_INDEX" val="20233243"/>
  <p:tag name="KSO_WM_UNIT_LAYERLEVEL" val="1_1"/>
  <p:tag name="KSO_WM_TAG_VERSION" val="3.0"/>
  <p:tag name="KSO_WM_BEAUTIFY_FLAG" val="#wm#"/>
  <p:tag name="KSO_WM_UNIT_TYPE" val="m_i"/>
  <p:tag name="KSO_WM_UNIT_INDEX" val="1_2"/>
  <p:tag name="KSO_WM_DIAGRAM_VERSION" val="3"/>
  <p:tag name="KSO_WM_DIAGRAM_COLOR_TRICK" val="1"/>
  <p:tag name="KSO_WM_DIAGRAM_COLOR_TEXT_CAN_REMOVE" val="n"/>
  <p:tag name="KSO_WM_DIAGRAM_MAX_ITEMCNT" val="6"/>
  <p:tag name="KSO_WM_DIAGRAM_MIN_ITEMCNT" val="4"/>
  <p:tag name="KSO_WM_DIAGRAM_VIRTUALLY_FRAME" val="{&quot;height&quot;:376.7554339823067,&quot;left&quot;:0.05,&quot;top&quot;:118.44456601769323,&quot;width&quot;:902.75}"/>
  <p:tag name="KSO_WM_DIAGRAM_COLOR_MATCH_VALUE" val="{&quot;shape&quot;:{&quot;fill&quot;:{&quot;solid&quot;:{&quot;brightness&quot;:0,&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FILL_TYPE" val="1"/>
  <p:tag name="KSO_WM_UNIT_FILL_FORE_SCHEMECOLOR_INDEX" val="5"/>
  <p:tag name="KSO_WM_UNIT_FILL_FORE_SCHEMECOLOR_INDEX_BRIGHTNESS" val="0"/>
</p:tagLst>
</file>

<file path=ppt/tags/tag129.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m1-1"/>
  <p:tag name="KSO_WM_UNIT_ID" val="diagram20233243_2*m_i*1_3"/>
  <p:tag name="KSO_WM_TEMPLATE_CATEGORY" val="diagram"/>
  <p:tag name="KSO_WM_TEMPLATE_INDEX" val="20233243"/>
  <p:tag name="KSO_WM_UNIT_LAYERLEVEL" val="1_1"/>
  <p:tag name="KSO_WM_TAG_VERSION" val="3.0"/>
  <p:tag name="KSO_WM_BEAUTIFY_FLAG" val="#wm#"/>
  <p:tag name="KSO_WM_UNIT_TYPE" val="m_i"/>
  <p:tag name="KSO_WM_UNIT_INDEX" val="1_3"/>
  <p:tag name="KSO_WM_DIAGRAM_VERSION" val="3"/>
  <p:tag name="KSO_WM_DIAGRAM_COLOR_TRICK" val="1"/>
  <p:tag name="KSO_WM_DIAGRAM_COLOR_TEXT_CAN_REMOVE" val="n"/>
  <p:tag name="KSO_WM_DIAGRAM_MAX_ITEMCNT" val="6"/>
  <p:tag name="KSO_WM_DIAGRAM_MIN_ITEMCNT" val="4"/>
  <p:tag name="KSO_WM_DIAGRAM_VIRTUALLY_FRAME" val="{&quot;height&quot;:376.7554339823067,&quot;left&quot;:0.05,&quot;top&quot;:118.44456601769323,&quot;width&quot;:902.75}"/>
  <p:tag name="KSO_WM_DIAGRAM_COLOR_MATCH_VALUE" val="{&quot;shape&quot;:{&quot;fill&quot;:{&quot;solid&quot;:{&quot;brightness&quot;:0,&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FILL_TYPE" val="1"/>
  <p:tag name="KSO_WM_UNIT_FILL_FORE_SCHEMECOLOR_INDEX" val="5"/>
  <p:tag name="KSO_WM_UNIT_FILL_FORE_SCHEMECOLOR_INDEX_BRIGHTNESS" val="0"/>
</p:tagLst>
</file>

<file path=ppt/tags/tag130.xml><?xml version="1.0" encoding="utf-8"?>
<p:tagLst xmlns:p="http://schemas.openxmlformats.org/presentationml/2006/main">
  <p:tag name="KSO_WM_BEAUTIFY_FLAG" val="#wm#"/>
  <p:tag name="KSO_WM_UNIT_HIGHLIGHT" val="0"/>
  <p:tag name="KSO_WM_UNIT_COMPATIBLE" val="0"/>
  <p:tag name="KSO_WM_UNIT_DIAGRAM_ISNUMVISUAL" val="0"/>
  <p:tag name="KSO_WM_UNIT_DIAGRAM_ISREFERUNIT" val="0"/>
  <p:tag name="KSO_WM_DIAGRAM_GROUP_CODE" val="m1-1"/>
  <p:tag name="KSO_WM_UNIT_ID" val="diagram20233243_2*m_h_x*1_1_1"/>
  <p:tag name="KSO_WM_TEMPLATE_CATEGORY" val="diagram"/>
  <p:tag name="KSO_WM_TEMPLATE_INDEX" val="20233243"/>
  <p:tag name="KSO_WM_UNIT_LAYERLEVEL" val="1_1_1"/>
  <p:tag name="KSO_WM_TAG_VERSION" val="3.0"/>
  <p:tag name="KSO_WM_UNIT_VALUE" val="60*60"/>
  <p:tag name="KSO_WM_UNIT_TYPE" val="m_h_x"/>
  <p:tag name="KSO_WM_UNIT_INDEX" val="1_1_1"/>
  <p:tag name="KSO_WM_DIAGRAM_VERSION" val="3"/>
  <p:tag name="KSO_WM_DIAGRAM_COLOR_TRICK" val="1"/>
  <p:tag name="KSO_WM_DIAGRAM_COLOR_TEXT_CAN_REMOVE" val="n"/>
  <p:tag name="KSO_WM_DIAGRAM_MAX_ITEMCNT" val="6"/>
  <p:tag name="KSO_WM_DIAGRAM_MIN_ITEMCNT" val="4"/>
  <p:tag name="KSO_WM_DIAGRAM_VIRTUALLY_FRAME" val="{&quot;height&quot;:376.7554339823067,&quot;left&quot;:0.05,&quot;top&quot;:118.44456601769323,&quot;width&quot;:902.75}"/>
  <p:tag name="KSO_WM_DIAGRAM_COLOR_MATCH_VALUE" val="{&quot;shape&quot;:{&quot;fill&quot;:{&quot;solid&quot;:{&quot;brightness&quot;:0,&quot;colorType&quot;:2,&quot;rgb&quot;:&quot;#ffffff&quot;,&quot;transparency&quot;:0},&quot;type&quot;:1},&quot;glow&quot;:{&quot;colorType&quot;:0},&quot;line&quot;:{&quot;type&quot;:0},&quot;shadow&quot;:{&quot;colorType&quot;:0},&quot;threeD&quot;:{&quot;curvedSurface&quot;:{&quot;brightness&quot;:0,&quot;colorType&quot;:2,&quot;rgb&quot;:&quot;#000000&quot;},&quot;depth&quot;:{&quot;colorType&quot;:0}}},&quot;text&quot;:{&quot;fill&quot;:{},&quot;glow&quot;:{},&quot;line&quot;:{},&quot;shadow&quot;:{},&quot;threeD&quot;:{}}}"/>
</p:tagLst>
</file>

<file path=ppt/tags/tag131.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m1-1"/>
  <p:tag name="KSO_WM_UNIT_ID" val="diagram20233243_2*m_i*1_4"/>
  <p:tag name="KSO_WM_TEMPLATE_CATEGORY" val="diagram"/>
  <p:tag name="KSO_WM_TEMPLATE_INDEX" val="20233243"/>
  <p:tag name="KSO_WM_UNIT_LAYERLEVEL" val="1_1"/>
  <p:tag name="KSO_WM_TAG_VERSION" val="3.0"/>
  <p:tag name="KSO_WM_BEAUTIFY_FLAG" val="#wm#"/>
  <p:tag name="KSO_WM_UNIT_TYPE" val="m_i"/>
  <p:tag name="KSO_WM_UNIT_INDEX" val="1_4"/>
  <p:tag name="KSO_WM_DIAGRAM_VERSION" val="3"/>
  <p:tag name="KSO_WM_DIAGRAM_COLOR_TRICK" val="1"/>
  <p:tag name="KSO_WM_DIAGRAM_COLOR_TEXT_CAN_REMOVE" val="n"/>
  <p:tag name="KSO_WM_DIAGRAM_MAX_ITEMCNT" val="6"/>
  <p:tag name="KSO_WM_DIAGRAM_MIN_ITEMCNT" val="4"/>
  <p:tag name="KSO_WM_DIAGRAM_VIRTUALLY_FRAME" val="{&quot;height&quot;:376.7554339823067,&quot;left&quot;:0.05,&quot;top&quot;:118.44456601769323,&quot;width&quot;:902.75}"/>
  <p:tag name="KSO_WM_DIAGRAM_COLOR_MATCH_VALUE" val="{&quot;shape&quot;:{&quot;fill&quot;:{&quot;solid&quot;:{&quot;brightness&quot;:0,&quot;colorType&quot;:2,&quot;rgb&quot;:&quot;#ffffff&quot;,&quot;transparency&quot;:0},&quot;type&quot;:1},&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Lst>
</file>

<file path=ppt/tags/tag132.xml><?xml version="1.0" encoding="utf-8"?>
<p:tagLst xmlns:p="http://schemas.openxmlformats.org/presentationml/2006/main">
  <p:tag name="KSO_WM_BEAUTIFY_FLAG" val="#wm#"/>
  <p:tag name="KSO_WM_UNIT_HIGHLIGHT" val="0"/>
  <p:tag name="KSO_WM_UNIT_COMPATIBLE" val="0"/>
  <p:tag name="KSO_WM_UNIT_DIAGRAM_ISNUMVISUAL" val="0"/>
  <p:tag name="KSO_WM_UNIT_DIAGRAM_ISREFERUNIT" val="0"/>
  <p:tag name="KSO_WM_DIAGRAM_GROUP_CODE" val="m1-1"/>
  <p:tag name="KSO_WM_UNIT_ID" val="diagram20233243_2*m_h_x*1_3_1"/>
  <p:tag name="KSO_WM_TEMPLATE_CATEGORY" val="diagram"/>
  <p:tag name="KSO_WM_TEMPLATE_INDEX" val="20233243"/>
  <p:tag name="KSO_WM_UNIT_LAYERLEVEL" val="1_1_1"/>
  <p:tag name="KSO_WM_TAG_VERSION" val="3.0"/>
  <p:tag name="KSO_WM_UNIT_VALUE" val="60*60"/>
  <p:tag name="KSO_WM_UNIT_TYPE" val="m_h_x"/>
  <p:tag name="KSO_WM_UNIT_INDEX" val="1_3_1"/>
  <p:tag name="KSO_WM_DIAGRAM_VERSION" val="3"/>
  <p:tag name="KSO_WM_DIAGRAM_COLOR_TRICK" val="1"/>
  <p:tag name="KSO_WM_DIAGRAM_COLOR_TEXT_CAN_REMOVE" val="n"/>
  <p:tag name="KSO_WM_DIAGRAM_MAX_ITEMCNT" val="6"/>
  <p:tag name="KSO_WM_DIAGRAM_MIN_ITEMCNT" val="4"/>
  <p:tag name="KSO_WM_DIAGRAM_VIRTUALLY_FRAME" val="{&quot;height&quot;:376.7554339823067,&quot;left&quot;:0.05,&quot;top&quot;:118.44456601769323,&quot;width&quot;:902.75}"/>
  <p:tag name="KSO_WM_DIAGRAM_COLOR_MATCH_VALUE" val="{&quot;shape&quot;:{&quot;fill&quot;:{&quot;solid&quot;:{&quot;brightness&quot;:0,&quot;colorType&quot;:2,&quot;rgb&quot;:&quot;#ffffff&quot;,&quot;transparency&quot;:0},&quot;type&quot;:1},&quot;glow&quot;:{&quot;colorType&quot;:0},&quot;line&quot;:{&quot;type&quot;:0},&quot;shadow&quot;:{&quot;colorType&quot;:0},&quot;threeD&quot;:{&quot;curvedSurface&quot;:{&quot;brightness&quot;:0,&quot;colorType&quot;:2,&quot;rgb&quot;:&quot;#000000&quot;},&quot;depth&quot;:{&quot;colorType&quot;:0}}},&quot;text&quot;:{&quot;fill&quot;:{},&quot;glow&quot;:{},&quot;line&quot;:{},&quot;shadow&quot;:{},&quot;threeD&quot;:{}}}"/>
</p:tagLst>
</file>

<file path=ppt/tags/tag133.xml><?xml version="1.0" encoding="utf-8"?>
<p:tagLst xmlns:p="http://schemas.openxmlformats.org/presentationml/2006/main">
  <p:tag name="KSO_WM_BEAUTIFY_FLAG" val="#wm#"/>
  <p:tag name="KSO_WM_UNIT_HIGHLIGHT" val="0"/>
  <p:tag name="KSO_WM_UNIT_COMPATIBLE" val="0"/>
  <p:tag name="KSO_WM_UNIT_DIAGRAM_ISNUMVISUAL" val="0"/>
  <p:tag name="KSO_WM_UNIT_DIAGRAM_ISREFERUNIT" val="0"/>
  <p:tag name="KSO_WM_DIAGRAM_GROUP_CODE" val="m1-1"/>
  <p:tag name="KSO_WM_UNIT_ID" val="diagram20233243_2*m_h_x*1_2_1"/>
  <p:tag name="KSO_WM_TEMPLATE_CATEGORY" val="diagram"/>
  <p:tag name="KSO_WM_TEMPLATE_INDEX" val="20233243"/>
  <p:tag name="KSO_WM_UNIT_LAYERLEVEL" val="1_1_1"/>
  <p:tag name="KSO_WM_TAG_VERSION" val="3.0"/>
  <p:tag name="KSO_WM_UNIT_VALUE" val="60*60"/>
  <p:tag name="KSO_WM_UNIT_TYPE" val="m_h_x"/>
  <p:tag name="KSO_WM_UNIT_INDEX" val="1_2_1"/>
  <p:tag name="KSO_WM_DIAGRAM_VERSION" val="3"/>
  <p:tag name="KSO_WM_DIAGRAM_COLOR_TRICK" val="1"/>
  <p:tag name="KSO_WM_DIAGRAM_COLOR_TEXT_CAN_REMOVE" val="n"/>
  <p:tag name="KSO_WM_DIAGRAM_MAX_ITEMCNT" val="6"/>
  <p:tag name="KSO_WM_DIAGRAM_MIN_ITEMCNT" val="4"/>
  <p:tag name="KSO_WM_DIAGRAM_VIRTUALLY_FRAME" val="{&quot;height&quot;:376.7554339823067,&quot;left&quot;:0.05,&quot;top&quot;:118.44456601769323,&quot;width&quot;:902.75}"/>
  <p:tag name="KSO_WM_DIAGRAM_COLOR_MATCH_VALUE" val="{&quot;shape&quot;:{&quot;fill&quot;:{&quot;solid&quot;:{&quot;brightness&quot;:0,&quot;colorType&quot;:2,&quot;rgb&quot;:&quot;#ffffff&quot;,&quot;transparency&quot;:0},&quot;type&quot;:1},&quot;glow&quot;:{&quot;colorType&quot;:0},&quot;line&quot;:{&quot;type&quot;:0},&quot;shadow&quot;:{&quot;colorType&quot;:0},&quot;threeD&quot;:{&quot;curvedSurface&quot;:{&quot;brightness&quot;:0,&quot;colorType&quot;:2,&quot;rgb&quot;:&quot;#000000&quot;},&quot;depth&quot;:{&quot;colorType&quot;:0}}},&quot;text&quot;:{&quot;fill&quot;:{},&quot;glow&quot;:{},&quot;line&quot;:{},&quot;shadow&quot;:{},&quot;threeD&quot;:{}}}"/>
</p:tagLst>
</file>

<file path=ppt/tags/tag134.xml><?xml version="1.0" encoding="utf-8"?>
<p:tagLst xmlns:p="http://schemas.openxmlformats.org/presentationml/2006/main">
  <p:tag name="KSO_WM_BEAUTIFY_FLAG" val="#wm#"/>
  <p:tag name="KSO_WM_UNIT_HIGHLIGHT" val="0"/>
  <p:tag name="KSO_WM_UNIT_COMPATIBLE" val="0"/>
  <p:tag name="KSO_WM_UNIT_DIAGRAM_ISNUMVISUAL" val="0"/>
  <p:tag name="KSO_WM_UNIT_DIAGRAM_ISREFERUNIT" val="0"/>
  <p:tag name="KSO_WM_DIAGRAM_GROUP_CODE" val="m1-1"/>
  <p:tag name="KSO_WM_UNIT_ID" val="diagram20233243_2*m_h_x*1_4_1"/>
  <p:tag name="KSO_WM_TEMPLATE_CATEGORY" val="diagram"/>
  <p:tag name="KSO_WM_TEMPLATE_INDEX" val="20233243"/>
  <p:tag name="KSO_WM_UNIT_LAYERLEVEL" val="1_1_1"/>
  <p:tag name="KSO_WM_TAG_VERSION" val="3.0"/>
  <p:tag name="KSO_WM_UNIT_VALUE" val="60*60"/>
  <p:tag name="KSO_WM_UNIT_TYPE" val="m_h_x"/>
  <p:tag name="KSO_WM_UNIT_INDEX" val="1_4_1"/>
  <p:tag name="KSO_WM_DIAGRAM_VERSION" val="3"/>
  <p:tag name="KSO_WM_DIAGRAM_COLOR_TRICK" val="1"/>
  <p:tag name="KSO_WM_DIAGRAM_COLOR_TEXT_CAN_REMOVE" val="n"/>
  <p:tag name="KSO_WM_DIAGRAM_MAX_ITEMCNT" val="6"/>
  <p:tag name="KSO_WM_DIAGRAM_MIN_ITEMCNT" val="4"/>
  <p:tag name="KSO_WM_DIAGRAM_VIRTUALLY_FRAME" val="{&quot;height&quot;:376.7554339823067,&quot;left&quot;:0.05,&quot;top&quot;:118.44456601769323,&quot;width&quot;:902.75}"/>
  <p:tag name="KSO_WM_DIAGRAM_COLOR_MATCH_VALUE" val="{&quot;shape&quot;:{&quot;fill&quot;:{&quot;solid&quot;:{&quot;brightness&quot;:0,&quot;colorType&quot;:2,&quot;rgb&quot;:&quot;#ffffff&quot;,&quot;transparency&quot;:0},&quot;type&quot;:1},&quot;glow&quot;:{&quot;colorType&quot;:0},&quot;line&quot;:{&quot;type&quot;:0},&quot;shadow&quot;:{&quot;colorType&quot;:0},&quot;threeD&quot;:{&quot;curvedSurface&quot;:{&quot;brightness&quot;:0,&quot;colorType&quot;:2,&quot;rgb&quot;:&quot;#000000&quot;},&quot;depth&quot;:{&quot;colorType&quot;:0}}},&quot;text&quot;:{&quot;fill&quot;:{},&quot;glow&quot;:{},&quot;line&quot;:{},&quot;shadow&quot;:{},&quot;threeD&quot;:{}}}"/>
</p:tagLst>
</file>

<file path=ppt/tags/tag135.xml><?xml version="1.0" encoding="utf-8"?>
<p:tagLst xmlns:p="http://schemas.openxmlformats.org/presentationml/2006/main">
  <p:tag name="KSO_WM_BEAUTIFY_FLAG" val="#wm#"/>
  <p:tag name="KSO_WM_UNIT_HIGHLIGHT" val="0"/>
  <p:tag name="KSO_WM_UNIT_COMPATIBLE" val="0"/>
  <p:tag name="KSO_WM_UNIT_DIAGRAM_ISNUMVISUAL" val="0"/>
  <p:tag name="KSO_WM_UNIT_DIAGRAM_ISREFERUNIT" val="0"/>
  <p:tag name="KSO_WM_DIAGRAM_GROUP_CODE" val="m1-1"/>
  <p:tag name="KSO_WM_UNIT_ID" val="diagram20233243_2*m_h_x*1_5_1"/>
  <p:tag name="KSO_WM_TEMPLATE_CATEGORY" val="diagram"/>
  <p:tag name="KSO_WM_TEMPLATE_INDEX" val="20233243"/>
  <p:tag name="KSO_WM_UNIT_LAYERLEVEL" val="1_1_1"/>
  <p:tag name="KSO_WM_TAG_VERSION" val="3.0"/>
  <p:tag name="KSO_WM_UNIT_VALUE" val="60*60"/>
  <p:tag name="KSO_WM_UNIT_TYPE" val="m_h_x"/>
  <p:tag name="KSO_WM_UNIT_INDEX" val="1_5_1"/>
  <p:tag name="KSO_WM_DIAGRAM_VERSION" val="3"/>
  <p:tag name="KSO_WM_DIAGRAM_COLOR_TRICK" val="1"/>
  <p:tag name="KSO_WM_DIAGRAM_COLOR_TEXT_CAN_REMOVE" val="n"/>
  <p:tag name="KSO_WM_DIAGRAM_MAX_ITEMCNT" val="6"/>
  <p:tag name="KSO_WM_DIAGRAM_MIN_ITEMCNT" val="4"/>
  <p:tag name="KSO_WM_DIAGRAM_VIRTUALLY_FRAME" val="{&quot;height&quot;:376.7554339823067,&quot;left&quot;:0.05,&quot;top&quot;:118.44456601769323,&quot;width&quot;:902.75}"/>
  <p:tag name="KSO_WM_DIAGRAM_COLOR_MATCH_VALUE" val="{&quot;shape&quot;:{&quot;fill&quot;:{&quot;solid&quot;:{&quot;brightness&quot;:0,&quot;colorType&quot;:2,&quot;rgb&quot;:&quot;#ffffff&quot;,&quot;transparency&quot;:0},&quot;type&quot;:1},&quot;glow&quot;:{&quot;colorType&quot;:0},&quot;line&quot;:{&quot;type&quot;:0},&quot;shadow&quot;:{&quot;colorType&quot;:0},&quot;threeD&quot;:{&quot;curvedSurface&quot;:{&quot;brightness&quot;:0,&quot;colorType&quot;:2,&quot;rgb&quot;:&quot;#000000&quot;},&quot;depth&quot;:{&quot;colorType&quot;:0}}},&quot;text&quot;:{&quot;fill&quot;:{},&quot;glow&quot;:{},&quot;line&quot;:{},&quot;shadow&quot;:{},&quot;threeD&quot;:{}}}"/>
</p:tagLst>
</file>

<file path=ppt/tags/tag136.xml><?xml version="1.0" encoding="utf-8"?>
<p:tagLst xmlns:p="http://schemas.openxmlformats.org/presentationml/2006/main">
  <p:tag name="KSO_WM_UNIT_SUBTYPE" val="a"/>
  <p:tag name="KSO_WM_UNIT_NOCLEAR" val="0"/>
  <p:tag name="KSO_WM_UNIT_VALUE" val="60"/>
  <p:tag name="KSO_WM_UNIT_HIGHLIGHT" val="0"/>
  <p:tag name="KSO_WM_UNIT_COMPATIBLE" val="0"/>
  <p:tag name="KSO_WM_UNIT_DIAGRAM_ISNUMVISUAL" val="0"/>
  <p:tag name="KSO_WM_UNIT_DIAGRAM_ISREFERUNIT" val="0"/>
  <p:tag name="KSO_WM_UNIT_TYPE" val="m_h_f"/>
  <p:tag name="KSO_WM_UNIT_INDEX" val="1_4_1"/>
  <p:tag name="KSO_WM_UNIT_ID" val="diagram20233243_2*m_h_f*1_4_1"/>
  <p:tag name="KSO_WM_TEMPLATE_CATEGORY" val="diagram"/>
  <p:tag name="KSO_WM_TEMPLATE_INDEX" val="20233243"/>
  <p:tag name="KSO_WM_UNIT_LAYERLEVEL" val="1_1_1"/>
  <p:tag name="KSO_WM_TAG_VERSION" val="3.0"/>
  <p:tag name="KSO_WM_BEAUTIFY_FLAG" val="#wm#"/>
  <p:tag name="KSO_WM_UNIT_TEXT_FILL_FORE_SCHEMECOLOR_INDEX_BRIGHTNESS" val="0.15"/>
  <p:tag name="KSO_WM_DIAGRAM_GROUP_CODE" val="m1-1"/>
  <p:tag name="KSO_WM_DIAGRAM_VIRTUALLY_FRAME" val="{&quot;height&quot;:376.7554339823067,&quot;left&quot;:0.05,&quot;top&quot;:118.44456601769323,&quot;width&quot;:902.75}"/>
  <p:tag name="KSO_WM_DIAGRAM_VERSION" val="3"/>
  <p:tag name="KSO_WM_DIAGRAM_COLOR_TRICK" val="1"/>
  <p:tag name="KSO_WM_DIAGRAM_COLOR_TEXT_CAN_REMOVE" val="n"/>
  <p:tag name="KSO_WM_DIAGRAM_MAX_ITEMCNT" val="6"/>
  <p:tag name="KSO_WM_DIAGRAM_MIN_ITEMCNT" val="4"/>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PRESET_TEXT" val="单击此处添加文本具体内容，简明扼要地阐述您的观点。根据需要可酌情增减文字"/>
  <p:tag name="KSO_WM_UNIT_TEXT_FILL_FORE_SCHEMECOLOR_INDEX" val="1"/>
  <p:tag name="KSO_WM_UNIT_TEXT_FILL_TYPE" val="1"/>
  <p:tag name="KSO_WM_UNIT_TEXT_TYPE" val="1"/>
</p:tagLst>
</file>

<file path=ppt/tags/tag137.xml><?xml version="1.0" encoding="utf-8"?>
<p:tagLst xmlns:p="http://schemas.openxmlformats.org/presentationml/2006/main">
  <p:tag name="KSO_WM_UNIT_SUBTYPE" val="a"/>
  <p:tag name="KSO_WM_UNIT_NOCLEAR" val="0"/>
  <p:tag name="KSO_WM_UNIT_VALUE" val="60"/>
  <p:tag name="KSO_WM_UNIT_HIGHLIGHT" val="0"/>
  <p:tag name="KSO_WM_UNIT_COMPATIBLE" val="0"/>
  <p:tag name="KSO_WM_UNIT_DIAGRAM_ISNUMVISUAL" val="0"/>
  <p:tag name="KSO_WM_UNIT_DIAGRAM_ISREFERUNIT" val="0"/>
  <p:tag name="KSO_WM_UNIT_TYPE" val="m_h_f"/>
  <p:tag name="KSO_WM_UNIT_INDEX" val="1_2_1"/>
  <p:tag name="KSO_WM_UNIT_ID" val="diagram20233243_2*m_h_f*1_2_1"/>
  <p:tag name="KSO_WM_TEMPLATE_CATEGORY" val="diagram"/>
  <p:tag name="KSO_WM_TEMPLATE_INDEX" val="20233243"/>
  <p:tag name="KSO_WM_UNIT_LAYERLEVEL" val="1_1_1"/>
  <p:tag name="KSO_WM_TAG_VERSION" val="3.0"/>
  <p:tag name="KSO_WM_BEAUTIFY_FLAG" val="#wm#"/>
  <p:tag name="KSO_WM_UNIT_TEXT_FILL_FORE_SCHEMECOLOR_INDEX_BRIGHTNESS" val="0.15"/>
  <p:tag name="KSO_WM_DIAGRAM_GROUP_CODE" val="m1-1"/>
  <p:tag name="KSO_WM_DIAGRAM_VIRTUALLY_FRAME" val="{&quot;height&quot;:376.7554339823067,&quot;left&quot;:0.05,&quot;top&quot;:118.44456601769323,&quot;width&quot;:902.75}"/>
  <p:tag name="KSO_WM_DIAGRAM_VERSION" val="3"/>
  <p:tag name="KSO_WM_DIAGRAM_COLOR_TRICK" val="1"/>
  <p:tag name="KSO_WM_DIAGRAM_COLOR_TEXT_CAN_REMOVE" val="n"/>
  <p:tag name="KSO_WM_DIAGRAM_MAX_ITEMCNT" val="6"/>
  <p:tag name="KSO_WM_DIAGRAM_MIN_ITEMCNT" val="4"/>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PRESET_TEXT" val="单击此处添加文本具体内容，简明扼要地阐述您的观点。根据需要可酌情增减文字"/>
  <p:tag name="KSO_WM_UNIT_TEXT_FILL_FORE_SCHEMECOLOR_INDEX" val="1"/>
  <p:tag name="KSO_WM_UNIT_TEXT_FILL_TYPE" val="1"/>
  <p:tag name="KSO_WM_UNIT_TEXT_TYPE" val="1"/>
</p:tagLst>
</file>

<file path=ppt/tags/tag138.xml><?xml version="1.0" encoding="utf-8"?>
<p:tagLst xmlns:p="http://schemas.openxmlformats.org/presentationml/2006/main">
  <p:tag name="KSO_WM_UNIT_SUBTYPE" val="a"/>
  <p:tag name="KSO_WM_UNIT_NOCLEAR" val="0"/>
  <p:tag name="KSO_WM_UNIT_VALUE" val="60"/>
  <p:tag name="KSO_WM_UNIT_HIGHLIGHT" val="0"/>
  <p:tag name="KSO_WM_UNIT_COMPATIBLE" val="0"/>
  <p:tag name="KSO_WM_UNIT_DIAGRAM_ISNUMVISUAL" val="0"/>
  <p:tag name="KSO_WM_UNIT_DIAGRAM_ISREFERUNIT" val="0"/>
  <p:tag name="KSO_WM_UNIT_TYPE" val="m_h_f"/>
  <p:tag name="KSO_WM_UNIT_INDEX" val="1_1_1"/>
  <p:tag name="KSO_WM_UNIT_ID" val="diagram20233243_2*m_h_f*1_1_1"/>
  <p:tag name="KSO_WM_TEMPLATE_CATEGORY" val="diagram"/>
  <p:tag name="KSO_WM_TEMPLATE_INDEX" val="20233243"/>
  <p:tag name="KSO_WM_UNIT_LAYERLEVEL" val="1_1_1"/>
  <p:tag name="KSO_WM_TAG_VERSION" val="3.0"/>
  <p:tag name="KSO_WM_BEAUTIFY_FLAG" val="#wm#"/>
  <p:tag name="KSO_WM_UNIT_TEXT_FILL_FORE_SCHEMECOLOR_INDEX_BRIGHTNESS" val="0.15"/>
  <p:tag name="KSO_WM_DIAGRAM_GROUP_CODE" val="m1-1"/>
  <p:tag name="KSO_WM_DIAGRAM_VIRTUALLY_FRAME" val="{&quot;height&quot;:376.7554339823067,&quot;left&quot;:0.05,&quot;top&quot;:118.44456601769323,&quot;width&quot;:902.75}"/>
  <p:tag name="KSO_WM_DIAGRAM_VERSION" val="3"/>
  <p:tag name="KSO_WM_DIAGRAM_COLOR_TRICK" val="1"/>
  <p:tag name="KSO_WM_DIAGRAM_COLOR_TEXT_CAN_REMOVE" val="n"/>
  <p:tag name="KSO_WM_DIAGRAM_MAX_ITEMCNT" val="6"/>
  <p:tag name="KSO_WM_DIAGRAM_MIN_ITEMCNT" val="4"/>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PRESET_TEXT" val="单击此处添加文本具体内容，简明扼要地阐述您的观点。根据需要可酌情增减文字"/>
  <p:tag name="KSO_WM_UNIT_TEXT_FILL_FORE_SCHEMECOLOR_INDEX" val="1"/>
  <p:tag name="KSO_WM_UNIT_TEXT_FILL_TYPE" val="1"/>
  <p:tag name="KSO_WM_UNIT_TEXT_TYPE" val="1"/>
</p:tagLst>
</file>

<file path=ppt/tags/tag139.xml><?xml version="1.0" encoding="utf-8"?>
<p:tagLst xmlns:p="http://schemas.openxmlformats.org/presentationml/2006/main">
  <p:tag name="KSO_WM_UNIT_SUBTYPE" val="a"/>
  <p:tag name="KSO_WM_UNIT_NOCLEAR" val="0"/>
  <p:tag name="KSO_WM_UNIT_VALUE" val="60"/>
  <p:tag name="KSO_WM_UNIT_HIGHLIGHT" val="0"/>
  <p:tag name="KSO_WM_UNIT_COMPATIBLE" val="0"/>
  <p:tag name="KSO_WM_UNIT_DIAGRAM_ISNUMVISUAL" val="0"/>
  <p:tag name="KSO_WM_UNIT_DIAGRAM_ISREFERUNIT" val="0"/>
  <p:tag name="KSO_WM_UNIT_TYPE" val="m_h_f"/>
  <p:tag name="KSO_WM_UNIT_INDEX" val="1_3_1"/>
  <p:tag name="KSO_WM_UNIT_ID" val="diagram20233243_2*m_h_f*1_3_1"/>
  <p:tag name="KSO_WM_TEMPLATE_CATEGORY" val="diagram"/>
  <p:tag name="KSO_WM_TEMPLATE_INDEX" val="20233243"/>
  <p:tag name="KSO_WM_UNIT_LAYERLEVEL" val="1_1_1"/>
  <p:tag name="KSO_WM_TAG_VERSION" val="3.0"/>
  <p:tag name="KSO_WM_BEAUTIFY_FLAG" val="#wm#"/>
  <p:tag name="KSO_WM_UNIT_TEXT_FILL_FORE_SCHEMECOLOR_INDEX_BRIGHTNESS" val="0.15"/>
  <p:tag name="KSO_WM_DIAGRAM_GROUP_CODE" val="m1-1"/>
  <p:tag name="KSO_WM_DIAGRAM_VIRTUALLY_FRAME" val="{&quot;height&quot;:376.7554339823067,&quot;left&quot;:0.05,&quot;top&quot;:118.44456601769323,&quot;width&quot;:902.75}"/>
  <p:tag name="KSO_WM_DIAGRAM_VERSION" val="3"/>
  <p:tag name="KSO_WM_DIAGRAM_COLOR_TRICK" val="1"/>
  <p:tag name="KSO_WM_DIAGRAM_COLOR_TEXT_CAN_REMOVE" val="n"/>
  <p:tag name="KSO_WM_DIAGRAM_MAX_ITEMCNT" val="6"/>
  <p:tag name="KSO_WM_DIAGRAM_MIN_ITEMCNT" val="4"/>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PRESET_TEXT" val="单击此处添加文本具体内容，简明扼要地阐述您的观点。根据需要可酌情增减文字"/>
  <p:tag name="KSO_WM_UNIT_TEXT_FILL_FORE_SCHEMECOLOR_INDEX" val="1"/>
  <p:tag name="KSO_WM_UNIT_TEXT_FILL_TYPE" val="1"/>
  <p:tag name="KSO_WM_UNIT_TEXT_TYPE" val="1"/>
</p:tagLst>
</file>

<file path=ppt/tags/tag140.xml><?xml version="1.0" encoding="utf-8"?>
<p:tagLst xmlns:p="http://schemas.openxmlformats.org/presentationml/2006/main">
  <p:tag name="KSO_WM_UNIT_SUBTYPE" val="a"/>
  <p:tag name="KSO_WM_UNIT_NOCLEAR" val="0"/>
  <p:tag name="KSO_WM_UNIT_VALUE" val="60"/>
  <p:tag name="KSO_WM_UNIT_HIGHLIGHT" val="0"/>
  <p:tag name="KSO_WM_UNIT_COMPATIBLE" val="0"/>
  <p:tag name="KSO_WM_UNIT_DIAGRAM_ISNUMVISUAL" val="0"/>
  <p:tag name="KSO_WM_UNIT_DIAGRAM_ISREFERUNIT" val="0"/>
  <p:tag name="KSO_WM_UNIT_TYPE" val="m_h_f"/>
  <p:tag name="KSO_WM_UNIT_INDEX" val="1_5_1"/>
  <p:tag name="KSO_WM_UNIT_ID" val="diagram20233243_2*m_h_f*1_5_1"/>
  <p:tag name="KSO_WM_TEMPLATE_CATEGORY" val="diagram"/>
  <p:tag name="KSO_WM_TEMPLATE_INDEX" val="20233243"/>
  <p:tag name="KSO_WM_UNIT_LAYERLEVEL" val="1_1_1"/>
  <p:tag name="KSO_WM_TAG_VERSION" val="3.0"/>
  <p:tag name="KSO_WM_BEAUTIFY_FLAG" val="#wm#"/>
  <p:tag name="KSO_WM_UNIT_TEXT_FILL_FORE_SCHEMECOLOR_INDEX_BRIGHTNESS" val="0.15"/>
  <p:tag name="KSO_WM_DIAGRAM_GROUP_CODE" val="m1-1"/>
  <p:tag name="KSO_WM_DIAGRAM_VIRTUALLY_FRAME" val="{&quot;height&quot;:376.7554339823067,&quot;left&quot;:0.05,&quot;top&quot;:118.44456601769323,&quot;width&quot;:902.75}"/>
  <p:tag name="KSO_WM_DIAGRAM_VERSION" val="3"/>
  <p:tag name="KSO_WM_DIAGRAM_COLOR_TRICK" val="1"/>
  <p:tag name="KSO_WM_DIAGRAM_COLOR_TEXT_CAN_REMOVE" val="n"/>
  <p:tag name="KSO_WM_DIAGRAM_MAX_ITEMCNT" val="6"/>
  <p:tag name="KSO_WM_DIAGRAM_MIN_ITEMCNT" val="4"/>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PRESET_TEXT" val="单击此处添加文本具体内容，简明扼要地阐述您的观点。根据需要可酌情增减文字"/>
  <p:tag name="KSO_WM_UNIT_TEXT_FILL_FORE_SCHEMECOLOR_INDEX" val="1"/>
  <p:tag name="KSO_WM_UNIT_TEXT_FILL_TYPE" val="1"/>
  <p:tag name="KSO_WM_UNIT_TEXT_TYPE" val="1"/>
</p:tagLst>
</file>

<file path=ppt/tags/tag141.xml><?xml version="1.0" encoding="utf-8"?>
<p:tagLst xmlns:p="http://schemas.openxmlformats.org/presentationml/2006/main">
  <p:tag name="KSO_WM_TEMPLATE_MASTER_TYPE" val="0"/>
  <p:tag name="KSO_WM_TEMPLATE_COLOR_TYPE" val="0"/>
  <p:tag name="KSO_WM_BEAUTIFY_FLAG" val="#wm#"/>
  <p:tag name="KSO_WM_TEMPLATE_CATEGORY" val="diagram"/>
  <p:tag name="KSO_WM_SLIDE_TYPE" val="text"/>
  <p:tag name="KSO_WM_SLIDE_SUBTYPE" val="diag"/>
  <p:tag name="KSO_WM_SLIDE_SIZE" val="902.75*373.187"/>
  <p:tag name="KSO_WM_SLIDE_POSITION" val="0.05*122.013"/>
  <p:tag name="KSO_WM_SLIDE_LAYOUT" val="a_m"/>
  <p:tag name="KSO_WM_SLIDE_LAYOUT_CNT" val="1_1"/>
  <p:tag name="KSO_WM_SPECIAL_SOURCE" val="bdnull"/>
  <p:tag name="KSO_WM_DIAGRAM_GROUP_CODE" val="m1-1"/>
  <p:tag name="KSO_WM_SLIDE_DIAGTYPE" val="m"/>
  <p:tag name="KSO_WM_TEMPLATE_INDEX" val="20233243"/>
  <p:tag name="KSO_WM_TEMPLATE_SUBCATEGORY" val="0"/>
  <p:tag name="KSO_WM_SLIDE_INDEX" val="2"/>
  <p:tag name="KSO_WM_TAG_VERSION" val="3.0"/>
  <p:tag name="KSO_WM_SLIDE_ID" val="diagram20233243_2"/>
  <p:tag name="KSO_WM_SLIDE_ITEM_CNT" val="5"/>
</p:tagLst>
</file>

<file path=ppt/tags/tag142.xml><?xml version="1.0" encoding="utf-8"?>
<p:tagLst xmlns:p="http://schemas.openxmlformats.org/presentationml/2006/main">
  <p:tag name="KSO_WM_BEAUTIFY_FLAG" val="#wm#"/>
  <p:tag name="KSO_WM_UNIT_HIGHLIGHT" val="0"/>
  <p:tag name="KSO_WM_UNIT_COMPATIBLE" val="0"/>
  <p:tag name="KSO_WM_UNIT_DIAGRAM_ISNUMVISUAL" val="0"/>
  <p:tag name="KSO_WM_UNIT_DIAGRAM_ISREFERUNIT" val="0"/>
  <p:tag name="KSO_WM_UNIT_ID" val="diagram20230932_1*l_h_a*1_3_1"/>
  <p:tag name="KSO_WM_TEMPLATE_CATEGORY" val="diagram"/>
  <p:tag name="KSO_WM_TEMPLATE_INDEX" val="20230932"/>
  <p:tag name="KSO_WM_UNIT_LAYERLEVEL" val="1_1_1"/>
  <p:tag name="KSO_WM_TAG_VERSION" val="3.0"/>
  <p:tag name="KSO_WM_UNIT_ISCONTENTSTITLE" val="0"/>
  <p:tag name="KSO_WM_UNIT_ISNUMDGMTITLE" val="0"/>
  <p:tag name="KSO_WM_UNIT_NOCLEAR" val="0"/>
  <p:tag name="KSO_WM_UNIT_VALUE" val="9"/>
  <p:tag name="KSO_WM_DIAGRAM_GROUP_CODE" val="l1-1"/>
  <p:tag name="KSO_WM_UNIT_TYPE" val="l_h_a"/>
  <p:tag name="KSO_WM_UNIT_INDEX" val="1_3_1"/>
  <p:tag name="KSO_WM_DIAGRAM_VERSION" val="3"/>
  <p:tag name="KSO_WM_DIAGRAM_COLOR_TRICK" val="1"/>
  <p:tag name="KSO_WM_DIAGRAM_COLOR_TEXT_CAN_REMOVE" val="n"/>
  <p:tag name="KSO_WM_DIAGRAM_MAX_ITEMCNT" val="12"/>
  <p:tag name="KSO_WM_DIAGRAM_MIN_ITEMCNT" val="12"/>
  <p:tag name="KSO_WM_DIAGRAM_VIRTUALLY_FRAME" val="{&quot;height&quot;:404.8,&quot;left&quot;:36.35,&quot;top&quot;:81.4,&quot;width&quot;:858.65}"/>
  <p:tag name="KSO_WM_DIAGRAM_COLOR_MATCH_VALUE" val="{&quot;shape&quot;:{&quot;fill&quot;:{&quot;solid&quot;:{&quot;brightness&quot;:0,&quot;colorType&quot;:2,&quot;rgb&quot;:&quot;#ffffff&quot;,&quot;transparency&quot;:0.4000000059604645},&quot;type&quot;:1},&quot;glow&quot;:{&quot;colorType&quot;:0},&quot;line&quot;:{&quot;gradient&quot;:[{&quot;brightness&quot;:0.800000011920929,&quot;colorType&quot;:1,&quot;foreColorIndex&quot;:5,&quot;pos&quot;:0,&quot;transparency&quot;:0},{&quot;brightness&quot;:0.800000011920929,&quot;colorType&quot;:1,&quot;foreColorIndex&quot;:5,&quot;pos&quot;:1,&quot;transparency&quot;:0},{&quot;brightness&quot;:0,&quot;colorType&quot;:1,&quot;foreColorIndex&quot;:5,&quot;pos&quot;:0.5,&quot;transparency&quot;:0.10000000149011612}],&quot;type&quot;:2},&quot;shadow&quot;:{&quot;brightness&quot;:0,&quot;colorType&quot;:1,&quot;foreColorIndex&quot;:5,&quot;transparency&quot;:0.800000011920929},&quot;threeD&quot;:{&quot;curvedSurface&quot;:{&quot;brightness&quot;:0,&quot;colorType&quot;:2,&quot;rgb&quot;:&quot;#000000&quot;},&quot;depth&quot;:{&quot;colorType&quot;:0}}},&quot;text&quot;:{&quot;fill&quot;:{&quot;solid&quot;:{&quot;brightness&quot;:0,&quot;colorType&quot;:1,&quot;foreColorIndex&quot;:5,&quot;transparency&quot;:0.30000001192092896},&quot;type&quot;:1},&quot;glow&quot;:{&quot;colorType&quot;:0},&quot;line&quot;:{&quot;type&quot;:0},&quot;shadow&quot;:{&quot;colorType&quot;:0},&quot;threeD&quot;:{&quot;curvedSurface&quot;:{&quot;brightness&quot;:0,&quot;colorType&quot;:2,&quot;rgb&quot;:&quot;#000000&quot;},&quot;depth&quot;:{&quot;colorType&quot;:0}}}}"/>
  <p:tag name="KSO_WM_UNIT_PRESET_TEXT" val="此处添加项标题"/>
  <p:tag name="KSO_WM_UNIT_TEXT_FILL_FORE_SCHEMECOLOR_INDEX" val="1"/>
  <p:tag name="KSO_WM_UNIT_TEXT_FILL_TYPE" val="1"/>
  <p:tag name="KSO_WM_UNIT_TEXT_TYPE" val="1"/>
</p:tagLst>
</file>

<file path=ppt/tags/tag143.xml><?xml version="1.0" encoding="utf-8"?>
<p:tagLst xmlns:p="http://schemas.openxmlformats.org/presentationml/2006/main">
  <p:tag name="KSO_WM_BEAUTIFY_FLAG" val="#wm#"/>
  <p:tag name="KSO_WM_UNIT_HIGHLIGHT" val="0"/>
  <p:tag name="KSO_WM_UNIT_COMPATIBLE" val="0"/>
  <p:tag name="KSO_WM_UNIT_DIAGRAM_ISNUMVISUAL" val="0"/>
  <p:tag name="KSO_WM_UNIT_DIAGRAM_ISREFERUNIT" val="0"/>
  <p:tag name="KSO_WM_UNIT_ID" val="diagram20230932_1*l_h_a*1_4_1"/>
  <p:tag name="KSO_WM_TEMPLATE_CATEGORY" val="diagram"/>
  <p:tag name="KSO_WM_TEMPLATE_INDEX" val="20230932"/>
  <p:tag name="KSO_WM_UNIT_LAYERLEVEL" val="1_1_1"/>
  <p:tag name="KSO_WM_TAG_VERSION" val="3.0"/>
  <p:tag name="KSO_WM_UNIT_ISCONTENTSTITLE" val="0"/>
  <p:tag name="KSO_WM_UNIT_ISNUMDGMTITLE" val="0"/>
  <p:tag name="KSO_WM_UNIT_NOCLEAR" val="0"/>
  <p:tag name="KSO_WM_UNIT_VALUE" val="9"/>
  <p:tag name="KSO_WM_DIAGRAM_GROUP_CODE" val="l1-1"/>
  <p:tag name="KSO_WM_UNIT_TYPE" val="l_h_a"/>
  <p:tag name="KSO_WM_UNIT_INDEX" val="1_4_1"/>
  <p:tag name="KSO_WM_DIAGRAM_VERSION" val="3"/>
  <p:tag name="KSO_WM_DIAGRAM_COLOR_TRICK" val="1"/>
  <p:tag name="KSO_WM_DIAGRAM_COLOR_TEXT_CAN_REMOVE" val="n"/>
  <p:tag name="KSO_WM_DIAGRAM_MAX_ITEMCNT" val="12"/>
  <p:tag name="KSO_WM_DIAGRAM_MIN_ITEMCNT" val="12"/>
  <p:tag name="KSO_WM_DIAGRAM_VIRTUALLY_FRAME" val="{&quot;height&quot;:404.8,&quot;left&quot;:36.35,&quot;top&quot;:81.4,&quot;width&quot;:858.65}"/>
  <p:tag name="KSO_WM_DIAGRAM_COLOR_MATCH_VALUE" val="{&quot;shape&quot;:{&quot;fill&quot;:{&quot;solid&quot;:{&quot;brightness&quot;:0,&quot;colorType&quot;:2,&quot;rgb&quot;:&quot;#ffffff&quot;,&quot;transparency&quot;:0.4000000059604645},&quot;type&quot;:1},&quot;glow&quot;:{&quot;colorType&quot;:0},&quot;line&quot;:{&quot;gradient&quot;:[{&quot;brightness&quot;:0.800000011920929,&quot;colorType&quot;:1,&quot;foreColorIndex&quot;:5,&quot;pos&quot;:0,&quot;transparency&quot;:0},{&quot;brightness&quot;:0.800000011920929,&quot;colorType&quot;:1,&quot;foreColorIndex&quot;:5,&quot;pos&quot;:1,&quot;transparency&quot;:0},{&quot;brightness&quot;:0,&quot;colorType&quot;:1,&quot;foreColorIndex&quot;:5,&quot;pos&quot;:0.5,&quot;transparency&quot;:0.10000000149011612}],&quot;type&quot;:2},&quot;shadow&quot;:{&quot;brightness&quot;:0,&quot;colorType&quot;:1,&quot;foreColorIndex&quot;:5,&quot;transparency&quot;:0.800000011920929},&quot;threeD&quot;:{&quot;curvedSurface&quot;:{&quot;brightness&quot;:0,&quot;colorType&quot;:2,&quot;rgb&quot;:&quot;#000000&quot;},&quot;depth&quot;:{&quot;colorType&quot;:0}}},&quot;text&quot;:{&quot;fill&quot;:{&quot;solid&quot;:{&quot;brightness&quot;:0,&quot;colorType&quot;:1,&quot;foreColorIndex&quot;:5,&quot;transparency&quot;:0.20000000298023224},&quot;type&quot;:1},&quot;glow&quot;:{&quot;colorType&quot;:0},&quot;line&quot;:{&quot;type&quot;:0},&quot;shadow&quot;:{&quot;colorType&quot;:0},&quot;threeD&quot;:{&quot;curvedSurface&quot;:{&quot;brightness&quot;:0,&quot;colorType&quot;:2,&quot;rgb&quot;:&quot;#000000&quot;},&quot;depth&quot;:{&quot;colorType&quot;:0}}}}"/>
  <p:tag name="KSO_WM_UNIT_PRESET_TEXT" val="此处添加项标题"/>
  <p:tag name="KSO_WM_UNIT_TEXT_FILL_FORE_SCHEMECOLOR_INDEX" val="1"/>
  <p:tag name="KSO_WM_UNIT_TEXT_FILL_TYPE" val="1"/>
  <p:tag name="KSO_WM_UNIT_TEXT_TYPE" val="1"/>
</p:tagLst>
</file>

<file path=ppt/tags/tag144.xml><?xml version="1.0" encoding="utf-8"?>
<p:tagLst xmlns:p="http://schemas.openxmlformats.org/presentationml/2006/main">
  <p:tag name="KSO_WM_BEAUTIFY_FLAG" val="#wm#"/>
  <p:tag name="KSO_WM_UNIT_HIGHLIGHT" val="0"/>
  <p:tag name="KSO_WM_UNIT_COMPATIBLE" val="0"/>
  <p:tag name="KSO_WM_UNIT_DIAGRAM_ISNUMVISUAL" val="0"/>
  <p:tag name="KSO_WM_UNIT_DIAGRAM_ISREFERUNIT" val="0"/>
  <p:tag name="KSO_WM_UNIT_ID" val="diagram20230932_1*l_h_a*1_8_1"/>
  <p:tag name="KSO_WM_TEMPLATE_CATEGORY" val="diagram"/>
  <p:tag name="KSO_WM_TEMPLATE_INDEX" val="20230932"/>
  <p:tag name="KSO_WM_UNIT_LAYERLEVEL" val="1_1_1"/>
  <p:tag name="KSO_WM_TAG_VERSION" val="3.0"/>
  <p:tag name="KSO_WM_UNIT_ISCONTENTSTITLE" val="0"/>
  <p:tag name="KSO_WM_UNIT_ISNUMDGMTITLE" val="0"/>
  <p:tag name="KSO_WM_UNIT_NOCLEAR" val="0"/>
  <p:tag name="KSO_WM_UNIT_VALUE" val="13"/>
  <p:tag name="KSO_WM_DIAGRAM_GROUP_CODE" val="l1-1"/>
  <p:tag name="KSO_WM_UNIT_TYPE" val="l_h_a"/>
  <p:tag name="KSO_WM_UNIT_INDEX" val="1_8_1"/>
  <p:tag name="KSO_WM_DIAGRAM_VERSION" val="3"/>
  <p:tag name="KSO_WM_DIAGRAM_COLOR_TRICK" val="1"/>
  <p:tag name="KSO_WM_DIAGRAM_COLOR_TEXT_CAN_REMOVE" val="n"/>
  <p:tag name="KSO_WM_DIAGRAM_MAX_ITEMCNT" val="12"/>
  <p:tag name="KSO_WM_DIAGRAM_MIN_ITEMCNT" val="12"/>
  <p:tag name="KSO_WM_DIAGRAM_VIRTUALLY_FRAME" val="{&quot;height&quot;:404.8,&quot;left&quot;:36.35,&quot;top&quot;:81.4,&quot;width&quot;:858.65}"/>
  <p:tag name="KSO_WM_DIAGRAM_COLOR_MATCH_VALUE" val="{&quot;shape&quot;:{&quot;fill&quot;:{&quot;solid&quot;:{&quot;brightness&quot;:0,&quot;colorType&quot;:2,&quot;rgb&quot;:&quot;#ffffff&quot;,&quot;transparency&quot;:0.6000000238418579},&quot;type&quot;:1},&quot;glow&quot;:{&quot;colorType&quot;:0},&quot;line&quot;:{&quot;gradient&quot;:[{&quot;brightness&quot;:0.800000011920929,&quot;colorType&quot;:1,&quot;foreColorIndex&quot;:5,&quot;pos&quot;:0,&quot;transparency&quot;:0},{&quot;brightness&quot;:0.800000011920929,&quot;colorType&quot;:1,&quot;foreColorIndex&quot;:5,&quot;pos&quot;:1,&quot;transparency&quot;:0},{&quot;brightness&quot;:0,&quot;colorType&quot;:1,&quot;foreColorIndex&quot;:5,&quot;pos&quot;:0.5,&quot;transparency&quot;:0.6000000238418579}],&quot;type&quot;:2},&quot;shadow&quot;:{&quot;brightness&quot;:0,&quot;colorType&quot;:1,&quot;foreColorIndex&quot;:5,&quot;transparency&quot;:0.8999999761581421},&quot;threeD&quot;:{&quot;curvedSurface&quot;:{&quot;brightness&quot;:0,&quot;colorType&quot;:2,&quot;rgb&quot;:&quot;#000000&quot;},&quot;depth&quot;:{&quot;colorType&quot;:0}}},&quot;text&quot;:{&quot;fill&quot;:{&quot;solid&quot;:{&quot;brightness&quot;:0,&quot;colorType&quot;:1,&quot;foreColorIndex&quot;:5,&quot;transparency&quot;:0.5},&quot;type&quot;:1},&quot;glow&quot;:{&quot;colorType&quot;:0},&quot;line&quot;:{&quot;type&quot;:0},&quot;shadow&quot;:{&quot;colorType&quot;:0},&quot;threeD&quot;:{&quot;curvedSurface&quot;:{&quot;brightness&quot;:0,&quot;colorType&quot;:2,&quot;rgb&quot;:&quot;#000000&quot;},&quot;depth&quot;:{&quot;colorType&quot;:0}}}}"/>
  <p:tag name="KSO_WM_UNIT_PRESET_TEXT" val="此处添加项标题"/>
  <p:tag name="KSO_WM_UNIT_TEXT_FILL_FORE_SCHEMECOLOR_INDEX" val="1"/>
  <p:tag name="KSO_WM_UNIT_TEXT_FILL_TYPE" val="1"/>
  <p:tag name="KSO_WM_UNIT_TEXT_TYPE" val="1"/>
</p:tagLst>
</file>

<file path=ppt/tags/tag145.xml><?xml version="1.0" encoding="utf-8"?>
<p:tagLst xmlns:p="http://schemas.openxmlformats.org/presentationml/2006/main">
  <p:tag name="KSO_WM_BEAUTIFY_FLAG" val="#wm#"/>
  <p:tag name="KSO_WM_UNIT_HIGHLIGHT" val="0"/>
  <p:tag name="KSO_WM_UNIT_COMPATIBLE" val="0"/>
  <p:tag name="KSO_WM_UNIT_DIAGRAM_ISNUMVISUAL" val="0"/>
  <p:tag name="KSO_WM_UNIT_DIAGRAM_ISREFERUNIT" val="0"/>
  <p:tag name="KSO_WM_UNIT_ID" val="diagram20230932_1*l_h_a*1_1_1"/>
  <p:tag name="KSO_WM_TEMPLATE_CATEGORY" val="diagram"/>
  <p:tag name="KSO_WM_TEMPLATE_INDEX" val="20230932"/>
  <p:tag name="KSO_WM_UNIT_LAYERLEVEL" val="1_1_1"/>
  <p:tag name="KSO_WM_TAG_VERSION" val="3.0"/>
  <p:tag name="KSO_WM_UNIT_ISCONTENTSTITLE" val="0"/>
  <p:tag name="KSO_WM_UNIT_ISNUMDGMTITLE" val="0"/>
  <p:tag name="KSO_WM_UNIT_NOCLEAR" val="0"/>
  <p:tag name="KSO_WM_UNIT_VALUE" val="39"/>
  <p:tag name="KSO_WM_DIAGRAM_GROUP_CODE" val="l1-1"/>
  <p:tag name="KSO_WM_UNIT_TYPE" val="l_h_a"/>
  <p:tag name="KSO_WM_UNIT_INDEX" val="1_1_1"/>
  <p:tag name="KSO_WM_DIAGRAM_VERSION" val="3"/>
  <p:tag name="KSO_WM_DIAGRAM_COLOR_TRICK" val="1"/>
  <p:tag name="KSO_WM_DIAGRAM_COLOR_TEXT_CAN_REMOVE" val="n"/>
  <p:tag name="KSO_WM_DIAGRAM_MAX_ITEMCNT" val="12"/>
  <p:tag name="KSO_WM_DIAGRAM_MIN_ITEMCNT" val="12"/>
  <p:tag name="KSO_WM_DIAGRAM_VIRTUALLY_FRAME" val="{&quot;height&quot;:404.8,&quot;left&quot;:36.35,&quot;top&quot;:81.4,&quot;width&quot;:858.65}"/>
  <p:tag name="KSO_WM_DIAGRAM_COLOR_MATCH_VALUE" val="{&quot;shape&quot;:{&quot;fill&quot;:{&quot;gradient&quot;:[{&quot;brightness&quot;:0,&quot;colorType&quot;:1,&quot;foreColorIndex&quot;:5,&quot;pos&quot;:0.7200000286102295,&quot;transparency&quot;:0},{&quot;brightness&quot;:0.10000000149011612,&quot;colorType&quot;:1,&quot;foreColorIndex&quot;:5,&quot;pos&quot;:0,&quot;transparency&quot;:0}],&quot;type&quot;:3},&quot;glow&quot;:{&quot;colorType&quot;:0},&quot;line&quot;:{&quot;gradient&quot;:[{&quot;brightness&quot;:0,&quot;colorType&quot;:2,&quot;pos&quot;:0,&quot;rgb&quot;:&quot;#ffffff&quot;,&quot;transparency&quot;:0},{&quot;brightness&quot;:0,&quot;colorType&quot;:2,&quot;pos&quot;:1,&quot;rgb&quot;:&quot;#ffffff&quot;,&quot;transparency&quot;:0},{&quot;brightness&quot;:0.699999988079071,&quot;colorType&quot;:1,&quot;foreColorIndex&quot;:5,&quot;pos&quot;:0.5,&quot;transparency&quot;:0}],&quot;type&quot;:2},&quot;shadow&quot;:{&quot;brightness&quot;:-0.25,&quot;colorType&quot;:1,&quot;foreColorIndex&quot;:5,&quot;transparency&quot;:0.699999988079071},&quot;threeD&quot;:{&quot;curvedSurface&quot;:{&quot;brightness&quot;:0,&quot;colorType&quot;:2,&quot;rgb&quot;:&quot;#000000&quot;},&quot;depth&quot;:{&quot;colorType&quot;:0}}},&quot;text&quot;:{&quot;fill&quot;:{&quot;solid&quot;:{&quot;brightness&quot;:0,&quot;colorType&quot;:2,&quot;rgb&quot;:&quot;#ffffff&quot;,&quot;transparency&quot;:0},&quot;type&quot;:1},&quot;glow&quot;:{&quot;colorType&quot;:0},&quot;line&quot;:{&quot;type&quot;:0},&quot;shadow&quot;:{&quot;brightness&quot;:-0.5,&quot;colorType&quot;:1,&quot;foreColorIndex&quot;:5,&quot;transparency&quot;:0.6000000238418579},&quot;threeD&quot;:{&quot;curvedSurface&quot;:{&quot;brightness&quot;:0,&quot;colorType&quot;:2,&quot;rgb&quot;:&quot;#000000&quot;},&quot;depth&quot;:{&quot;colorType&quot;:0}}}}"/>
  <p:tag name="KSO_WM_UNIT_PRESET_TEXT" val="单击此处添加项标题内容"/>
  <p:tag name="KSO_WM_UNIT_FILL_TYPE" val="3"/>
  <p:tag name="KSO_WM_UNIT_TEXT_TYPE" val="1"/>
</p:tagLst>
</file>

<file path=ppt/tags/tag146.xml><?xml version="1.0" encoding="utf-8"?>
<p:tagLst xmlns:p="http://schemas.openxmlformats.org/presentationml/2006/main">
  <p:tag name="KSO_WM_BEAUTIFY_FLAG" val="#wm#"/>
  <p:tag name="KSO_WM_UNIT_HIGHLIGHT" val="0"/>
  <p:tag name="KSO_WM_UNIT_COMPATIBLE" val="0"/>
  <p:tag name="KSO_WM_UNIT_DIAGRAM_ISNUMVISUAL" val="0"/>
  <p:tag name="KSO_WM_UNIT_DIAGRAM_ISREFERUNIT" val="0"/>
  <p:tag name="KSO_WM_UNIT_ID" val="diagram20230932_1*l_h_a*1_6_1"/>
  <p:tag name="KSO_WM_TEMPLATE_CATEGORY" val="diagram"/>
  <p:tag name="KSO_WM_TEMPLATE_INDEX" val="20230932"/>
  <p:tag name="KSO_WM_UNIT_LAYERLEVEL" val="1_1_1"/>
  <p:tag name="KSO_WM_TAG_VERSION" val="3.0"/>
  <p:tag name="KSO_WM_UNIT_ISCONTENTSTITLE" val="0"/>
  <p:tag name="KSO_WM_UNIT_ISNUMDGMTITLE" val="0"/>
  <p:tag name="KSO_WM_UNIT_NOCLEAR" val="0"/>
  <p:tag name="KSO_WM_UNIT_VALUE" val="24"/>
  <p:tag name="KSO_WM_DIAGRAM_GROUP_CODE" val="l1-1"/>
  <p:tag name="KSO_WM_UNIT_TYPE" val="l_h_a"/>
  <p:tag name="KSO_WM_UNIT_INDEX" val="1_6_1"/>
  <p:tag name="KSO_WM_DIAGRAM_VERSION" val="3"/>
  <p:tag name="KSO_WM_DIAGRAM_COLOR_TRICK" val="1"/>
  <p:tag name="KSO_WM_DIAGRAM_COLOR_TEXT_CAN_REMOVE" val="n"/>
  <p:tag name="KSO_WM_DIAGRAM_MAX_ITEMCNT" val="12"/>
  <p:tag name="KSO_WM_DIAGRAM_MIN_ITEMCNT" val="12"/>
  <p:tag name="KSO_WM_DIAGRAM_VIRTUALLY_FRAME" val="{&quot;height&quot;:404.8,&quot;left&quot;:36.35,&quot;top&quot;:81.4,&quot;width&quot;:858.65}"/>
  <p:tag name="KSO_WM_DIAGRAM_COLOR_MATCH_VALUE" val="{&quot;shape&quot;:{&quot;fill&quot;:{&quot;solid&quot;:{&quot;brightness&quot;:0,&quot;colorType&quot;:2,&quot;rgb&quot;:&quot;#ffffff&quot;,&quot;transparency&quot;:0.30000001192092896},&quot;type&quot;:1},&quot;glow&quot;:{&quot;colorType&quot;:0},&quot;line&quot;:{&quot;gradient&quot;:[{&quot;brightness&quot;:0.800000011920929,&quot;colorType&quot;:1,&quot;foreColorIndex&quot;:5,&quot;pos&quot;:0,&quot;transparency&quot;:0},{&quot;brightness&quot;:0.800000011920929,&quot;colorType&quot;:1,&quot;foreColorIndex&quot;:5,&quot;pos&quot;:1,&quot;transparency&quot;:0},{&quot;brightness&quot;:0,&quot;colorType&quot;:1,&quot;foreColorIndex&quot;:5,&quot;pos&quot;:0.5,&quot;transparency&quot;:0.5}],&quot;type&quot;:2},&quot;shadow&quot;:{&quot;brightness&quot;:0,&quot;colorType&quot;:1,&quot;foreColorIndex&quot;:5,&quot;transparency&quot;:0.8999999761581421},&quot;threeD&quot;:{&quot;curvedSurface&quot;:{&quot;brightness&quot;:0,&quot;colorType&quot;:2,&quot;rgb&quot;:&quot;#000000&quot;},&quot;depth&quot;:{&quot;colorType&quot;:0}}},&quot;text&quot;:{&quot;fill&quot;:{&quot;solid&quot;:{&quot;brightness&quot;:0,&quot;colorType&quot;:1,&quot;foreColorIndex&quot;:5,&quot;transparency&quot;:0.4000000059604645},&quot;type&quot;:1},&quot;glow&quot;:{&quot;colorType&quot;:0},&quot;line&quot;:{&quot;type&quot;:0},&quot;shadow&quot;:{&quot;colorType&quot;:0},&quot;threeD&quot;:{&quot;curvedSurface&quot;:{&quot;brightness&quot;:0,&quot;colorType&quot;:2,&quot;rgb&quot;:&quot;#000000&quot;},&quot;depth&quot;:{&quot;colorType&quot;:0}}}}"/>
  <p:tag name="KSO_WM_UNIT_PRESET_TEXT" val="单击此处添加项标题"/>
  <p:tag name="KSO_WM_UNIT_TEXT_FILL_FORE_SCHEMECOLOR_INDEX" val="1"/>
  <p:tag name="KSO_WM_UNIT_TEXT_FILL_TYPE" val="1"/>
  <p:tag name="KSO_WM_UNIT_TEXT_TYPE" val="1"/>
</p:tagLst>
</file>

<file path=ppt/tags/tag147.xml><?xml version="1.0" encoding="utf-8"?>
<p:tagLst xmlns:p="http://schemas.openxmlformats.org/presentationml/2006/main">
  <p:tag name="KSO_WM_BEAUTIFY_FLAG" val="#wm#"/>
  <p:tag name="KSO_WM_UNIT_HIGHLIGHT" val="0"/>
  <p:tag name="KSO_WM_UNIT_COMPATIBLE" val="0"/>
  <p:tag name="KSO_WM_UNIT_DIAGRAM_ISNUMVISUAL" val="0"/>
  <p:tag name="KSO_WM_UNIT_DIAGRAM_ISREFERUNIT" val="0"/>
  <p:tag name="KSO_WM_UNIT_ID" val="diagram20230932_1*l_h_a*1_9_1"/>
  <p:tag name="KSO_WM_TEMPLATE_CATEGORY" val="diagram"/>
  <p:tag name="KSO_WM_TEMPLATE_INDEX" val="20230932"/>
  <p:tag name="KSO_WM_UNIT_LAYERLEVEL" val="1_1_1"/>
  <p:tag name="KSO_WM_TAG_VERSION" val="3.0"/>
  <p:tag name="KSO_WM_UNIT_ISCONTENTSTITLE" val="0"/>
  <p:tag name="KSO_WM_UNIT_ISNUMDGMTITLE" val="0"/>
  <p:tag name="KSO_WM_UNIT_NOCLEAR" val="0"/>
  <p:tag name="KSO_WM_DIAGRAM_GROUP_CODE" val="l1-1"/>
  <p:tag name="KSO_WM_UNIT_TYPE" val="l_h_a"/>
  <p:tag name="KSO_WM_UNIT_INDEX" val="1_9_1"/>
  <p:tag name="KSO_WM_UNIT_VALUE" val="18"/>
  <p:tag name="KSO_WM_DIAGRAM_VERSION" val="3"/>
  <p:tag name="KSO_WM_DIAGRAM_COLOR_TRICK" val="1"/>
  <p:tag name="KSO_WM_DIAGRAM_COLOR_TEXT_CAN_REMOVE" val="n"/>
  <p:tag name="KSO_WM_DIAGRAM_MAX_ITEMCNT" val="12"/>
  <p:tag name="KSO_WM_DIAGRAM_MIN_ITEMCNT" val="12"/>
  <p:tag name="KSO_WM_DIAGRAM_VIRTUALLY_FRAME" val="{&quot;height&quot;:404.8,&quot;left&quot;:36.35,&quot;top&quot;:81.4,&quot;width&quot;:858.65}"/>
  <p:tag name="KSO_WM_DIAGRAM_COLOR_MATCH_VALUE" val="{&quot;shape&quot;:{&quot;fill&quot;:{&quot;solid&quot;:{&quot;brightness&quot;:0,&quot;colorType&quot;:2,&quot;rgb&quot;:&quot;#ffffff&quot;,&quot;transparency&quot;:0.800000011920929},&quot;type&quot;:1},&quot;glow&quot;:{&quot;colorType&quot;:0},&quot;line&quot;:{&quot;gradient&quot;:[{&quot;brightness&quot;:0.800000011920929,&quot;colorType&quot;:1,&quot;foreColorIndex&quot;:5,&quot;pos&quot;:0,&quot;transparency&quot;:0},{&quot;brightness&quot;:0.800000011920929,&quot;colorType&quot;:1,&quot;foreColorIndex&quot;:5,&quot;pos&quot;:1,&quot;transparency&quot;:0},{&quot;brightness&quot;:0,&quot;colorType&quot;:1,&quot;foreColorIndex&quot;:5,&quot;pos&quot;:0.5,&quot;transparency&quot;:0.6000000238418579}],&quot;type&quot;:2},&quot;shadow&quot;:{&quot;brightness&quot;:0,&quot;colorType&quot;:1,&quot;foreColorIndex&quot;:5,&quot;transparency&quot;:0.8999999761581421},&quot;threeD&quot;:{&quot;curvedSurface&quot;:{&quot;brightness&quot;:0,&quot;colorType&quot;:2,&quot;rgb&quot;:&quot;#000000&quot;},&quot;depth&quot;:{&quot;colorType&quot;:0}}},&quot;text&quot;:{&quot;fill&quot;:{&quot;solid&quot;:{&quot;brightness&quot;:0,&quot;colorType&quot;:1,&quot;foreColorIndex&quot;:5,&quot;transparency&quot;:0.5},&quot;type&quot;:1},&quot;glow&quot;:{&quot;colorType&quot;:0},&quot;line&quot;:{&quot;type&quot;:0},&quot;shadow&quot;:{&quot;colorType&quot;:0},&quot;threeD&quot;:{&quot;curvedSurface&quot;:{&quot;brightness&quot;:0,&quot;colorType&quot;:2,&quot;rgb&quot;:&quot;#000000&quot;},&quot;depth&quot;:{&quot;colorType&quot;:0}}}}"/>
  <p:tag name="KSO_WM_UNIT_PRESET_TEXT" val="添加标题"/>
  <p:tag name="KSO_WM_UNIT_TEXT_FILL_FORE_SCHEMECOLOR_INDEX" val="1"/>
  <p:tag name="KSO_WM_UNIT_TEXT_FILL_TYPE" val="1"/>
  <p:tag name="KSO_WM_UNIT_TEXT_TYPE" val="1"/>
</p:tagLst>
</file>

<file path=ppt/tags/tag148.xml><?xml version="1.0" encoding="utf-8"?>
<p:tagLst xmlns:p="http://schemas.openxmlformats.org/presentationml/2006/main">
  <p:tag name="KSO_WM_BEAUTIFY_FLAG" val="#wm#"/>
  <p:tag name="KSO_WM_UNIT_HIGHLIGHT" val="0"/>
  <p:tag name="KSO_WM_UNIT_COMPATIBLE" val="0"/>
  <p:tag name="KSO_WM_UNIT_DIAGRAM_ISNUMVISUAL" val="0"/>
  <p:tag name="KSO_WM_UNIT_DIAGRAM_ISREFERUNIT" val="0"/>
  <p:tag name="KSO_WM_UNIT_ID" val="diagram20230932_1*l_h_a*1_11_1"/>
  <p:tag name="KSO_WM_TEMPLATE_CATEGORY" val="diagram"/>
  <p:tag name="KSO_WM_TEMPLATE_INDEX" val="20230932"/>
  <p:tag name="KSO_WM_UNIT_LAYERLEVEL" val="1_1_1"/>
  <p:tag name="KSO_WM_TAG_VERSION" val="3.0"/>
  <p:tag name="KSO_WM_UNIT_ISCONTENTSTITLE" val="0"/>
  <p:tag name="KSO_WM_UNIT_ISNUMDGMTITLE" val="0"/>
  <p:tag name="KSO_WM_UNIT_NOCLEAR" val="0"/>
  <p:tag name="KSO_WM_DIAGRAM_GROUP_CODE" val="l1-1"/>
  <p:tag name="KSO_WM_UNIT_TYPE" val="l_h_a"/>
  <p:tag name="KSO_WM_UNIT_INDEX" val="1_11_1"/>
  <p:tag name="KSO_WM_UNIT_VALUE" val="13"/>
  <p:tag name="KSO_WM_DIAGRAM_VERSION" val="3"/>
  <p:tag name="KSO_WM_DIAGRAM_COLOR_TRICK" val="1"/>
  <p:tag name="KSO_WM_DIAGRAM_COLOR_TEXT_CAN_REMOVE" val="n"/>
  <p:tag name="KSO_WM_DIAGRAM_MAX_ITEMCNT" val="12"/>
  <p:tag name="KSO_WM_DIAGRAM_MIN_ITEMCNT" val="12"/>
  <p:tag name="KSO_WM_DIAGRAM_VIRTUALLY_FRAME" val="{&quot;height&quot;:404.8,&quot;left&quot;:36.35,&quot;top&quot;:81.4,&quot;width&quot;:858.65}"/>
  <p:tag name="KSO_WM_DIAGRAM_COLOR_MATCH_VALUE" val="{&quot;shape&quot;:{&quot;fill&quot;:{&quot;solid&quot;:{&quot;brightness&quot;:0,&quot;colorType&quot;:2,&quot;rgb&quot;:&quot;#ffffff&quot;,&quot;transparency&quot;:0.6000000238418579},&quot;type&quot;:1},&quot;glow&quot;:{&quot;colorType&quot;:0},&quot;line&quot;:{&quot;gradient&quot;:[{&quot;brightness&quot;:0.800000011920929,&quot;colorType&quot;:1,&quot;foreColorIndex&quot;:5,&quot;pos&quot;:0,&quot;transparency&quot;:0},{&quot;brightness&quot;:0.800000011920929,&quot;colorType&quot;:1,&quot;foreColorIndex&quot;:5,&quot;pos&quot;:1,&quot;transparency&quot;:0},{&quot;brightness&quot;:0,&quot;colorType&quot;:1,&quot;foreColorIndex&quot;:5,&quot;pos&quot;:0.5,&quot;transparency&quot;:0.6000000238418579}],&quot;type&quot;:2},&quot;shadow&quot;:{&quot;brightness&quot;:0,&quot;colorType&quot;:1,&quot;foreColorIndex&quot;:5,&quot;transparency&quot;:0.8999999761581421},&quot;threeD&quot;:{&quot;curvedSurface&quot;:{&quot;brightness&quot;:0,&quot;colorType&quot;:2,&quot;rgb&quot;:&quot;#000000&quot;},&quot;depth&quot;:{&quot;colorType&quot;:0}}},&quot;text&quot;:{&quot;fill&quot;:{&quot;solid&quot;:{&quot;brightness&quot;:0,&quot;colorType&quot;:1,&quot;foreColorIndex&quot;:5,&quot;transparency&quot;:0.5},&quot;type&quot;:1},&quot;glow&quot;:{&quot;colorType&quot;:0},&quot;line&quot;:{&quot;type&quot;:0},&quot;shadow&quot;:{&quot;colorType&quot;:0},&quot;threeD&quot;:{&quot;curvedSurface&quot;:{&quot;brightness&quot;:0,&quot;colorType&quot;:2,&quot;rgb&quot;:&quot;#000000&quot;},&quot;depth&quot;:{&quot;colorType&quot;:0}}}}"/>
  <p:tag name="KSO_WM_UNIT_PRESET_TEXT" val="此处添加项标题"/>
  <p:tag name="KSO_WM_UNIT_TEXT_FILL_FORE_SCHEMECOLOR_INDEX" val="1"/>
  <p:tag name="KSO_WM_UNIT_TEXT_FILL_TYPE" val="1"/>
  <p:tag name="KSO_WM_UNIT_TEXT_TYPE" val="1"/>
</p:tagLst>
</file>

<file path=ppt/tags/tag149.xml><?xml version="1.0" encoding="utf-8"?>
<p:tagLst xmlns:p="http://schemas.openxmlformats.org/presentationml/2006/main">
  <p:tag name="KSO_WM_BEAUTIFY_FLAG" val="#wm#"/>
  <p:tag name="KSO_WM_TEMPLATE_CATEGORY" val="diagram"/>
  <p:tag name="KSO_WM_TEMPLATE_INDEX" val="20230932"/>
  <p:tag name="KSO_WM_SPECIAL_SOURCE" val="bdnull"/>
  <p:tag name="KSO_WM_SLIDE_ID" val="diagram20230932_1"/>
  <p:tag name="KSO_WM_TEMPLATE_SUBCATEGORY" val="0"/>
  <p:tag name="KSO_WM_TEMPLATE_MASTER_TYPE" val="0"/>
  <p:tag name="KSO_WM_TEMPLATE_COLOR_TYPE" val="0"/>
  <p:tag name="KSO_WM_SLIDE_TYPE" val="text"/>
  <p:tag name="KSO_WM_SLIDE_SUBTYPE" val="diag"/>
  <p:tag name="KSO_WM_SLIDE_ITEM_CNT" val="12"/>
  <p:tag name="KSO_WM_SLIDE_INDEX" val="1"/>
  <p:tag name="KSO_WM_SLIDE_SIZE" val="863*438"/>
  <p:tag name="KSO_WM_SLIDE_POSITION" val="47*47"/>
  <p:tag name="KSO_WM_TAG_VERSION" val="3.0"/>
  <p:tag name="KSO_WM_SLIDE_LAYOUT" val="a_l"/>
  <p:tag name="KSO_WM_SLIDE_LAYOUT_CNT" val="1_1"/>
  <p:tag name="KSO_WM_DIAGRAM_GROUP_CODE" val="l1-1"/>
  <p:tag name="KSO_WM_SLIDE_DIAGTYPE" val="l"/>
</p:tagLst>
</file>

<file path=ppt/tags/tag150.xml><?xml version="1.0" encoding="utf-8"?>
<p:tagLst xmlns:p="http://schemas.openxmlformats.org/presentationml/2006/main">
  <p:tag name="KSO_WM_UNIT_TYPE" val="e"/>
  <p:tag name="KSO_WM_UNIT_INDEX" val="1"/>
  <p:tag name="KSO_WM_BEAUTIFY_FLAG" val="#wm#"/>
  <p:tag name="KSO_WM_TAG_VERSION" val="3.0"/>
  <p:tag name="KSO_WM_UNIT_ID" val="custom20238590_7*e*1"/>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TEMPLATE_INDEX" val="20238590"/>
  <p:tag name="KSO_WM_TEMPLATE_CATEGORY" val="custom"/>
  <p:tag name="KSO_WM_UNIT_VALUE" val="7"/>
</p:tagLst>
</file>

<file path=ppt/tags/tag151.xml><?xml version="1.0" encoding="utf-8"?>
<p:tagLst xmlns:p="http://schemas.openxmlformats.org/presentationml/2006/main">
  <p:tag name="KSO_WM_UNIT_TYPE" val="a"/>
  <p:tag name="KSO_WM_UNIT_INDEX" val="1"/>
  <p:tag name="KSO_WM_BEAUTIFY_FLAG" val="#wm#"/>
  <p:tag name="KSO_WM_TAG_VERSION" val="3.0"/>
  <p:tag name="KSO_WM_UNIT_ID" val="custom20238590_7*a*1"/>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TEMPLATE_INDEX" val="20238590"/>
  <p:tag name="KSO_WM_TEMPLATE_CATEGORY" val="custom"/>
  <p:tag name="KSO_WM_UNIT_ISCONTENTSTITLE" val="0"/>
  <p:tag name="KSO_WM_UNIT_VALUE" val="8"/>
  <p:tag name="KSO_WM_UNIT_PRESET_TEXT" val="添加章节标题"/>
  <p:tag name="KSO_WM_UNIT_TEXT_TYPE" val="1"/>
</p:tagLst>
</file>

<file path=ppt/tags/tag152.xml><?xml version="1.0" encoding="utf-8"?>
<p:tagLst xmlns:p="http://schemas.openxmlformats.org/presentationml/2006/main">
  <p:tag name="KSO_WM_UNIT_TYPE" val="b"/>
  <p:tag name="KSO_WM_UNIT_INDEX" val="1"/>
  <p:tag name="KSO_WM_BEAUTIFY_FLAG" val="#wm#"/>
  <p:tag name="KSO_WM_TAG_VERSION" val="3.0"/>
  <p:tag name="KSO_WM_UNIT_ID" val="custom20238590_7*b*1"/>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TEMPLATE_INDEX" val="20238590"/>
  <p:tag name="KSO_WM_TEMPLATE_CATEGORY" val="custom"/>
  <p:tag name="KSO_WM_UNIT_ISCONTENTSTITLE" val="0"/>
  <p:tag name="KSO_WM_UNIT_VALUE" val="15"/>
  <p:tag name="KSO_WM_UNIT_PRESET_TEXT" val="单击此处添加您的文档副标题"/>
  <p:tag name="KSO_WM_UNIT_TEXT_TYPE" val="1"/>
</p:tagLst>
</file>

<file path=ppt/tags/tag153.xml><?xml version="1.0" encoding="utf-8"?>
<p:tagLst xmlns:p="http://schemas.openxmlformats.org/presentationml/2006/main">
  <p:tag name="KSO_WM_SLIDE_TYPE" val="sectionTitle"/>
  <p:tag name="KSO_WM_TEMPLATE_SUBCATEGORY" val="29"/>
  <p:tag name="KSO_WM_TEMPLATE_COLOR_TYPE" val="0"/>
  <p:tag name="KSO_WM_TAG_VERSION" val="3.0"/>
  <p:tag name="KSO_WM_SLIDE_SUBTYPE" val="pureTxt"/>
  <p:tag name="KSO_WM_SLIDE_ITEM_CNT" val="0"/>
  <p:tag name="KSO_WM_BEAUTIFY_FLAG" val="#wm#"/>
  <p:tag name="KSO_WM_TEMPLATE_INDEX" val="20238590"/>
  <p:tag name="KSO_WM_TEMPLATE_CATEGORY" val="custom"/>
  <p:tag name="KSO_WM_SLIDE_INDEX" val="7"/>
  <p:tag name="KSO_WM_SLIDE_ID" val="custom20238590_7"/>
  <p:tag name="KSO_WM_TEMPLATE_MASTER_TYPE" val="0"/>
  <p:tag name="KSO_WM_SLIDE_LAYOUT" val="a_b_e"/>
  <p:tag name="KSO_WM_SLIDE_LAYOUT_CNT" val="1_1_1"/>
</p:tagLst>
</file>

<file path=ppt/tags/tag154.xml><?xml version="1.0" encoding="utf-8"?>
<p:tagLst xmlns:p="http://schemas.openxmlformats.org/presentationml/2006/main">
  <p:tag name="KSO_WM_UNIT_TYPE" val="a"/>
  <p:tag name="KSO_WM_UNIT_INDEX" val="1"/>
  <p:tag name="KSO_WM_BEAUTIFY_FLAG" val="#wm#"/>
  <p:tag name="KSO_WM_TAG_VERSION" val="3.0"/>
  <p:tag name="KSO_WM_UNIT_ID" val="custom20238590_8*a*1"/>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TEMPLATE_INDEX" val="20238590"/>
  <p:tag name="KSO_WM_TEMPLATE_CATEGORY" val="custom"/>
  <p:tag name="KSO_WM_UNIT_ISCONTENTSTITLE" val="0"/>
  <p:tag name="KSO_WM_UNIT_VALUE" val="29"/>
  <p:tag name="KSO_WM_UNIT_PRESET_TEXT" val="单击此处添加标题"/>
  <p:tag name="KSO_WM_UNIT_TEXT_TYPE" val="1"/>
</p:tagLst>
</file>

<file path=ppt/tags/tag155.xml><?xml version="1.0" encoding="utf-8"?>
<p:tagLst xmlns:p="http://schemas.openxmlformats.org/presentationml/2006/main">
  <p:tag name="KSO_WM_UNIT_TYPE" val="f"/>
  <p:tag name="KSO_WM_UNIT_SUBTYPE" val="a"/>
  <p:tag name="KSO_WM_UNIT_INDEX" val="1"/>
  <p:tag name="KSO_WM_BEAUTIFY_FLAG" val="#wm#"/>
  <p:tag name="KSO_WM_TAG_VERSION" val="3.0"/>
  <p:tag name="KSO_WM_UNIT_ID" val="custom20238590_8*f*1"/>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TEMPLATE_INDEX" val="20238590"/>
  <p:tag name="KSO_WM_TEMPLATE_CATEGORY" val="custom"/>
  <p:tag name="KSO_WM_UNIT_VALUE" val="340"/>
  <p:tag name="KSO_WM_UNIT_PRESET_TEXT" val="单击此处添加文本"/>
  <p:tag name="KSO_WM_UNIT_TEXT_TYPE" val="1"/>
</p:tagLst>
</file>

<file path=ppt/tags/tag156.xml><?xml version="1.0" encoding="utf-8"?>
<p:tagLst xmlns:p="http://schemas.openxmlformats.org/presentationml/2006/main">
  <p:tag name="KSO_WM_SLIDE_TYPE" val="text"/>
  <p:tag name="KSO_WM_TEMPLATE_SUBCATEGORY" val="29"/>
  <p:tag name="KSO_WM_TEMPLATE_COLOR_TYPE" val="0"/>
  <p:tag name="KSO_WM_TAG_VERSION" val="3.0"/>
  <p:tag name="KSO_WM_SLIDE_SUBTYPE" val="pureTxt"/>
  <p:tag name="KSO_WM_SLIDE_ITEM_CNT" val="0"/>
  <p:tag name="KSO_WM_BEAUTIFY_FLAG" val="#wm#"/>
  <p:tag name="KSO_WM_TEMPLATE_INDEX" val="20238590"/>
  <p:tag name="KSO_WM_TEMPLATE_CATEGORY" val="custom"/>
  <p:tag name="KSO_WM_SLIDE_INDEX" val="8"/>
  <p:tag name="KSO_WM_SLIDE_ID" val="custom20238590_8"/>
  <p:tag name="KSO_WM_TEMPLATE_MASTER_TYPE" val="0"/>
  <p:tag name="KSO_WM_SLIDE_LAYOUT" val="a_f"/>
  <p:tag name="KSO_WM_SLIDE_LAYOUT_CNT" val="1_1"/>
  <p:tag name="KSO_WM_SLIDE_SIZE" val="850*457"/>
  <p:tag name="KSO_WM_SLIDE_POSITION" val="54*28"/>
</p:tagLst>
</file>

<file path=ppt/tags/tag157.xml><?xml version="1.0" encoding="utf-8"?>
<p:tagLst xmlns:p="http://schemas.openxmlformats.org/presentationml/2006/main">
  <p:tag name="KSO_WM_UNIT_TYPE" val="a"/>
  <p:tag name="KSO_WM_UNIT_INDEX" val="1"/>
  <p:tag name="KSO_WM_BEAUTIFY_FLAG" val="#wm#"/>
  <p:tag name="KSO_WM_TAG_VERSION" val="3.0"/>
  <p:tag name="KSO_WM_UNIT_ID" val="custom20238590_8*a*1"/>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TEMPLATE_INDEX" val="20238590"/>
  <p:tag name="KSO_WM_TEMPLATE_CATEGORY" val="custom"/>
  <p:tag name="KSO_WM_UNIT_ISCONTENTSTITLE" val="0"/>
  <p:tag name="KSO_WM_UNIT_VALUE" val="29"/>
  <p:tag name="KSO_WM_UNIT_PRESET_TEXT" val="单击此处添加标题"/>
  <p:tag name="KSO_WM_UNIT_TEXT_TYPE" val="1"/>
</p:tagLst>
</file>

<file path=ppt/tags/tag158.xml><?xml version="1.0" encoding="utf-8"?>
<p:tagLst xmlns:p="http://schemas.openxmlformats.org/presentationml/2006/main">
  <p:tag name="KSO_WM_UNIT_TYPE" val="f"/>
  <p:tag name="KSO_WM_UNIT_SUBTYPE" val="a"/>
  <p:tag name="KSO_WM_UNIT_INDEX" val="1"/>
  <p:tag name="KSO_WM_BEAUTIFY_FLAG" val="#wm#"/>
  <p:tag name="KSO_WM_TAG_VERSION" val="3.0"/>
  <p:tag name="KSO_WM_UNIT_ID" val="custom20238590_8*f*1"/>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TEMPLATE_INDEX" val="20238590"/>
  <p:tag name="KSO_WM_TEMPLATE_CATEGORY" val="custom"/>
  <p:tag name="KSO_WM_UNIT_VALUE" val="340"/>
  <p:tag name="KSO_WM_UNIT_PRESET_TEXT" val="单击此处添加文本"/>
  <p:tag name="KSO_WM_UNIT_TEXT_TYPE" val="1"/>
</p:tagLst>
</file>

<file path=ppt/tags/tag159.xml><?xml version="1.0" encoding="utf-8"?>
<p:tagLst xmlns:p="http://schemas.openxmlformats.org/presentationml/2006/main">
  <p:tag name="KSO_WM_SLIDE_TYPE" val="text"/>
  <p:tag name="KSO_WM_TEMPLATE_SUBCATEGORY" val="29"/>
  <p:tag name="KSO_WM_TEMPLATE_COLOR_TYPE" val="0"/>
  <p:tag name="KSO_WM_TAG_VERSION" val="3.0"/>
  <p:tag name="KSO_WM_SLIDE_SUBTYPE" val="pureTxt"/>
  <p:tag name="KSO_WM_SLIDE_ITEM_CNT" val="0"/>
  <p:tag name="KSO_WM_BEAUTIFY_FLAG" val="#wm#"/>
  <p:tag name="KSO_WM_TEMPLATE_INDEX" val="20238590"/>
  <p:tag name="KSO_WM_TEMPLATE_CATEGORY" val="custom"/>
  <p:tag name="KSO_WM_SLIDE_INDEX" val="8"/>
  <p:tag name="KSO_WM_SLIDE_ID" val="custom20238590_8"/>
  <p:tag name="KSO_WM_TEMPLATE_MASTER_TYPE" val="0"/>
  <p:tag name="KSO_WM_SLIDE_LAYOUT" val="a_f"/>
  <p:tag name="KSO_WM_SLIDE_LAYOUT_CNT" val="1_1"/>
  <p:tag name="KSO_WM_SLIDE_SIZE" val="850*457"/>
  <p:tag name="KSO_WM_SLIDE_POSITION" val="54*28"/>
</p:tagLst>
</file>

<file path=ppt/tags/tag160.xml><?xml version="1.0" encoding="utf-8"?>
<p:tagLst xmlns:p="http://schemas.openxmlformats.org/presentationml/2006/main">
  <p:tag name="KSO_WM_UNIT_TYPE" val="a"/>
  <p:tag name="KSO_WM_UNIT_INDEX" val="1"/>
  <p:tag name="KSO_WM_BEAUTIFY_FLAG" val="#wm#"/>
  <p:tag name="KSO_WM_TAG_VERSION" val="3.0"/>
  <p:tag name="KSO_WM_UNIT_ID" val="custom20238590_8*a*1"/>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TEMPLATE_INDEX" val="20238590"/>
  <p:tag name="KSO_WM_TEMPLATE_CATEGORY" val="custom"/>
  <p:tag name="KSO_WM_UNIT_ISCONTENTSTITLE" val="0"/>
  <p:tag name="KSO_WM_UNIT_VALUE" val="29"/>
  <p:tag name="KSO_WM_UNIT_PRESET_TEXT" val="单击此处添加标题"/>
  <p:tag name="KSO_WM_UNIT_TEXT_TYPE" val="1"/>
</p:tagLst>
</file>

<file path=ppt/tags/tag161.xml><?xml version="1.0" encoding="utf-8"?>
<p:tagLst xmlns:p="http://schemas.openxmlformats.org/presentationml/2006/main">
  <p:tag name="KSO_WM_UNIT_TYPE" val="f"/>
  <p:tag name="KSO_WM_UNIT_SUBTYPE" val="a"/>
  <p:tag name="KSO_WM_UNIT_INDEX" val="1"/>
  <p:tag name="KSO_WM_BEAUTIFY_FLAG" val="#wm#"/>
  <p:tag name="KSO_WM_TAG_VERSION" val="3.0"/>
  <p:tag name="KSO_WM_UNIT_ID" val="custom20238590_8*f*1"/>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TEMPLATE_INDEX" val="20238590"/>
  <p:tag name="KSO_WM_TEMPLATE_CATEGORY" val="custom"/>
  <p:tag name="KSO_WM_UNIT_VALUE" val="340"/>
  <p:tag name="KSO_WM_UNIT_PRESET_TEXT" val="单击此处添加文本"/>
  <p:tag name="KSO_WM_UNIT_TEXT_TYPE" val="1"/>
</p:tagLst>
</file>

<file path=ppt/tags/tag162.xml><?xml version="1.0" encoding="utf-8"?>
<p:tagLst xmlns:p="http://schemas.openxmlformats.org/presentationml/2006/main">
  <p:tag name="KSO_WM_SLIDE_TYPE" val="text"/>
  <p:tag name="KSO_WM_TEMPLATE_SUBCATEGORY" val="29"/>
  <p:tag name="KSO_WM_TEMPLATE_COLOR_TYPE" val="0"/>
  <p:tag name="KSO_WM_TAG_VERSION" val="3.0"/>
  <p:tag name="KSO_WM_SLIDE_SUBTYPE" val="pureTxt"/>
  <p:tag name="KSO_WM_SLIDE_ITEM_CNT" val="0"/>
  <p:tag name="KSO_WM_BEAUTIFY_FLAG" val="#wm#"/>
  <p:tag name="KSO_WM_TEMPLATE_INDEX" val="20238590"/>
  <p:tag name="KSO_WM_TEMPLATE_CATEGORY" val="custom"/>
  <p:tag name="KSO_WM_SLIDE_INDEX" val="8"/>
  <p:tag name="KSO_WM_SLIDE_ID" val="custom20238590_8"/>
  <p:tag name="KSO_WM_TEMPLATE_MASTER_TYPE" val="0"/>
  <p:tag name="KSO_WM_SLIDE_LAYOUT" val="a_f"/>
  <p:tag name="KSO_WM_SLIDE_LAYOUT_CNT" val="1_1"/>
  <p:tag name="KSO_WM_SLIDE_SIZE" val="850*457"/>
  <p:tag name="KSO_WM_SLIDE_POSITION" val="54*28"/>
</p:tagLst>
</file>

<file path=ppt/tags/tag163.xml><?xml version="1.0" encoding="utf-8"?>
<p:tagLst xmlns:p="http://schemas.openxmlformats.org/presentationml/2006/main">
  <p:tag name="KSO_WM_UNIT_TYPE" val="a"/>
  <p:tag name="KSO_WM_UNIT_INDEX" val="1"/>
  <p:tag name="KSO_WM_BEAUTIFY_FLAG" val="#wm#"/>
  <p:tag name="KSO_WM_TAG_VERSION" val="3.0"/>
  <p:tag name="KSO_WM_UNIT_ID" val="custom20238590_8*a*1"/>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TEMPLATE_INDEX" val="20238590"/>
  <p:tag name="KSO_WM_TEMPLATE_CATEGORY" val="custom"/>
  <p:tag name="KSO_WM_UNIT_ISCONTENTSTITLE" val="0"/>
  <p:tag name="KSO_WM_UNIT_VALUE" val="29"/>
  <p:tag name="KSO_WM_UNIT_PRESET_TEXT" val="单击此处添加标题"/>
  <p:tag name="KSO_WM_UNIT_TEXT_TYPE" val="1"/>
</p:tagLst>
</file>

<file path=ppt/tags/tag164.xml><?xml version="1.0" encoding="utf-8"?>
<p:tagLst xmlns:p="http://schemas.openxmlformats.org/presentationml/2006/main">
  <p:tag name="KSO_WM_UNIT_TYPE" val="f"/>
  <p:tag name="KSO_WM_UNIT_SUBTYPE" val="a"/>
  <p:tag name="KSO_WM_UNIT_INDEX" val="1"/>
  <p:tag name="KSO_WM_BEAUTIFY_FLAG" val="#wm#"/>
  <p:tag name="KSO_WM_TAG_VERSION" val="3.0"/>
  <p:tag name="KSO_WM_UNIT_ID" val="custom20238590_8*f*1"/>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TEMPLATE_INDEX" val="20238590"/>
  <p:tag name="KSO_WM_TEMPLATE_CATEGORY" val="custom"/>
  <p:tag name="KSO_WM_UNIT_VALUE" val="340"/>
  <p:tag name="KSO_WM_UNIT_PRESET_TEXT" val="单击此处添加文本"/>
  <p:tag name="KSO_WM_UNIT_TEXT_TYPE" val="1"/>
</p:tagLst>
</file>

<file path=ppt/tags/tag165.xml><?xml version="1.0" encoding="utf-8"?>
<p:tagLst xmlns:p="http://schemas.openxmlformats.org/presentationml/2006/main">
  <p:tag name="KSO_WM_SLIDE_TYPE" val="text"/>
  <p:tag name="KSO_WM_TEMPLATE_SUBCATEGORY" val="29"/>
  <p:tag name="KSO_WM_TEMPLATE_COLOR_TYPE" val="0"/>
  <p:tag name="KSO_WM_TAG_VERSION" val="3.0"/>
  <p:tag name="KSO_WM_SLIDE_SUBTYPE" val="pureTxt"/>
  <p:tag name="KSO_WM_SLIDE_ITEM_CNT" val="0"/>
  <p:tag name="KSO_WM_BEAUTIFY_FLAG" val="#wm#"/>
  <p:tag name="KSO_WM_TEMPLATE_INDEX" val="20238590"/>
  <p:tag name="KSO_WM_TEMPLATE_CATEGORY" val="custom"/>
  <p:tag name="KSO_WM_SLIDE_INDEX" val="8"/>
  <p:tag name="KSO_WM_SLIDE_ID" val="custom20238590_8"/>
  <p:tag name="KSO_WM_TEMPLATE_MASTER_TYPE" val="0"/>
  <p:tag name="KSO_WM_SLIDE_LAYOUT" val="a_f"/>
  <p:tag name="KSO_WM_SLIDE_LAYOUT_CNT" val="1_1"/>
  <p:tag name="KSO_WM_SLIDE_SIZE" val="850*457"/>
  <p:tag name="KSO_WM_SLIDE_POSITION" val="54*28"/>
</p:tagLst>
</file>

<file path=ppt/tags/tag166.xml><?xml version="1.0" encoding="utf-8"?>
<p:tagLst xmlns:p="http://schemas.openxmlformats.org/presentationml/2006/main">
  <p:tag name="KSO_WM_BEAUTIFY_FLAG" val="#wm#"/>
  <p:tag name="KSO_WM_TEMPLATE_CATEGORY" val="custom"/>
  <p:tag name="KSO_WM_TEMPLATE_INDEX" val="20238590"/>
</p:tagLst>
</file>

<file path=ppt/tags/tag167.xml><?xml version="1.0" encoding="utf-8"?>
<p:tagLst xmlns:p="http://schemas.openxmlformats.org/presentationml/2006/main">
  <p:tag name="KSO_WM_BEAUTIFY_FLAG" val="#wm#"/>
  <p:tag name="KSO_WM_TEMPLATE_CATEGORY" val="custom"/>
  <p:tag name="KSO_WM_TEMPLATE_INDEX" val="20238590"/>
</p:tagLst>
</file>

<file path=ppt/tags/tag168.xml><?xml version="1.0" encoding="utf-8"?>
<p:tagLst xmlns:p="http://schemas.openxmlformats.org/presentationml/2006/main">
  <p:tag name="KSO_WM_UNIT_TYPE" val="e"/>
  <p:tag name="KSO_WM_UNIT_INDEX" val="1"/>
  <p:tag name="KSO_WM_BEAUTIFY_FLAG" val="#wm#"/>
  <p:tag name="KSO_WM_TAG_VERSION" val="3.0"/>
  <p:tag name="KSO_WM_UNIT_ID" val="custom20238590_7*e*1"/>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TEMPLATE_INDEX" val="20238590"/>
  <p:tag name="KSO_WM_TEMPLATE_CATEGORY" val="custom"/>
  <p:tag name="KSO_WM_UNIT_VALUE" val="7"/>
</p:tagLst>
</file>

<file path=ppt/tags/tag169.xml><?xml version="1.0" encoding="utf-8"?>
<p:tagLst xmlns:p="http://schemas.openxmlformats.org/presentationml/2006/main">
  <p:tag name="KSO_WM_UNIT_TYPE" val="a"/>
  <p:tag name="KSO_WM_UNIT_INDEX" val="1"/>
  <p:tag name="KSO_WM_BEAUTIFY_FLAG" val="#wm#"/>
  <p:tag name="KSO_WM_TAG_VERSION" val="3.0"/>
  <p:tag name="KSO_WM_UNIT_ID" val="custom20238590_7*a*1"/>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TEMPLATE_INDEX" val="20238590"/>
  <p:tag name="KSO_WM_TEMPLATE_CATEGORY" val="custom"/>
  <p:tag name="KSO_WM_UNIT_ISCONTENTSTITLE" val="0"/>
  <p:tag name="KSO_WM_UNIT_VALUE" val="8"/>
  <p:tag name="KSO_WM_UNIT_PRESET_TEXT" val="添加章节标题"/>
  <p:tag name="KSO_WM_UNIT_TEXT_TYPE" val="1"/>
</p:tagLst>
</file>

<file path=ppt/tags/tag170.xml><?xml version="1.0" encoding="utf-8"?>
<p:tagLst xmlns:p="http://schemas.openxmlformats.org/presentationml/2006/main">
  <p:tag name="KSO_WM_UNIT_TYPE" val="b"/>
  <p:tag name="KSO_WM_UNIT_INDEX" val="1"/>
  <p:tag name="KSO_WM_BEAUTIFY_FLAG" val="#wm#"/>
  <p:tag name="KSO_WM_TAG_VERSION" val="3.0"/>
  <p:tag name="KSO_WM_UNIT_ID" val="custom20238590_7*b*1"/>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TEMPLATE_INDEX" val="20238590"/>
  <p:tag name="KSO_WM_TEMPLATE_CATEGORY" val="custom"/>
  <p:tag name="KSO_WM_UNIT_ISCONTENTSTITLE" val="0"/>
  <p:tag name="KSO_WM_UNIT_VALUE" val="15"/>
  <p:tag name="KSO_WM_UNIT_PRESET_TEXT" val="单击此处添加您的文档副标题"/>
  <p:tag name="KSO_WM_UNIT_TEXT_TYPE" val="1"/>
</p:tagLst>
</file>

<file path=ppt/tags/tag171.xml><?xml version="1.0" encoding="utf-8"?>
<p:tagLst xmlns:p="http://schemas.openxmlformats.org/presentationml/2006/main">
  <p:tag name="KSO_WM_SLIDE_TYPE" val="sectionTitle"/>
  <p:tag name="KSO_WM_TEMPLATE_SUBCATEGORY" val="29"/>
  <p:tag name="KSO_WM_TEMPLATE_COLOR_TYPE" val="0"/>
  <p:tag name="KSO_WM_TAG_VERSION" val="3.0"/>
  <p:tag name="KSO_WM_SLIDE_SUBTYPE" val="pureTxt"/>
  <p:tag name="KSO_WM_SLIDE_ITEM_CNT" val="0"/>
  <p:tag name="KSO_WM_BEAUTIFY_FLAG" val="#wm#"/>
  <p:tag name="KSO_WM_TEMPLATE_INDEX" val="20238590"/>
  <p:tag name="KSO_WM_TEMPLATE_CATEGORY" val="custom"/>
  <p:tag name="KSO_WM_SLIDE_INDEX" val="7"/>
  <p:tag name="KSO_WM_SLIDE_ID" val="custom20238590_7"/>
  <p:tag name="KSO_WM_TEMPLATE_MASTER_TYPE" val="0"/>
  <p:tag name="KSO_WM_SLIDE_LAYOUT" val="a_b_e"/>
  <p:tag name="KSO_WM_SLIDE_LAYOUT_CNT" val="1_1_1"/>
</p:tagLst>
</file>

<file path=ppt/tags/tag172.xml><?xml version="1.0" encoding="utf-8"?>
<p:tagLst xmlns:p="http://schemas.openxmlformats.org/presentationml/2006/main">
  <p:tag name="KSO_WM_UNIT_ISCONTENTSTITLE" val="0"/>
  <p:tag name="KSO_WM_UNIT_ISNUMDGMTITLE" val="0"/>
  <p:tag name="KSO_WM_UNIT_NOCLEAR" val="0"/>
  <p:tag name="KSO_WM_UNIT_VALUE" val="30"/>
  <p:tag name="KSO_WM_UNIT_HIGHLIGHT" val="0"/>
  <p:tag name="KSO_WM_UNIT_COMPATIBLE" val="0"/>
  <p:tag name="KSO_WM_UNIT_DIAGRAM_ISNUMVISUAL" val="0"/>
  <p:tag name="KSO_WM_UNIT_DIAGRAM_ISREFERUNIT" val="0"/>
  <p:tag name="KSO_WM_UNIT_TYPE" val="a"/>
  <p:tag name="KSO_WM_UNIT_INDEX" val="1"/>
  <p:tag name="KSO_WM_UNIT_ID" val="custom20233668_1*a*1"/>
  <p:tag name="KSO_WM_TEMPLATE_CATEGORY" val="custom"/>
  <p:tag name="KSO_WM_TEMPLATE_INDEX" val="20233668"/>
  <p:tag name="KSO_WM_UNIT_LAYERLEVEL" val="1"/>
  <p:tag name="KSO_WM_TAG_VERSION" val="3.0"/>
  <p:tag name="KSO_WM_BEAUTIFY_FLAG" val="#wm#"/>
  <p:tag name="KSO_WM_DIAGRAM_GROUP_CODE" val="l1-1"/>
  <p:tag name="KSO_WM_UNIT_PRESET_TEXT" val="单击此处添加标题"/>
</p:tagLst>
</file>

<file path=ppt/tags/tag173.xml><?xml version="1.0" encoding="utf-8"?>
<p:tagLst xmlns:p="http://schemas.openxmlformats.org/presentationml/2006/main">
  <p:tag name="KSO_WM_SLIDE_ID" val="custom20233668_1"/>
  <p:tag name="KSO_WM_TEMPLATE_SUBCATEGORY" val="0"/>
  <p:tag name="KSO_WM_TEMPLATE_MASTER_TYPE" val="0"/>
  <p:tag name="KSO_WM_TEMPLATE_COLOR_TYPE" val="0"/>
  <p:tag name="KSO_WM_SLIDE_ITEM_CNT" val="2"/>
  <p:tag name="KSO_WM_SLIDE_INDEX" val="1"/>
  <p:tag name="KSO_WM_TAG_VERSION" val="3.0"/>
  <p:tag name="KSO_WM_BEAUTIFY_FLAG" val="#wm#"/>
  <p:tag name="KSO_WM_TEMPLATE_CATEGORY" val="custom"/>
  <p:tag name="KSO_WM_TEMPLATE_INDEX" val="20233668"/>
  <p:tag name="KSO_WM_SLIDE_TYPE" val="text"/>
  <p:tag name="KSO_WM_SLIDE_SUBTYPE" val="picTxt"/>
  <p:tag name="KSO_WM_SLIDE_SIZE" val="818.75*94.3"/>
  <p:tag name="KSO_WM_SLIDE_POSITION" val="72.2*387.4"/>
  <p:tag name="KSO_WM_SLIDE_LAYOUT" val="a_α_l"/>
  <p:tag name="KSO_WM_SLIDE_LAYOUT_CNT" val="1_1_1"/>
  <p:tag name="KSO_WM_SPECIAL_SOURCE" val="bdnull"/>
  <p:tag name="KSO_WM_DIAGRAM_GROUP_CODE" val="l1-1"/>
  <p:tag name="KSO_WM_SLIDE_DIAGTYPE" val="l"/>
</p:tagLst>
</file>

<file path=ppt/tags/tag174.xml><?xml version="1.0" encoding="utf-8"?>
<p:tagLst xmlns:p="http://schemas.openxmlformats.org/presentationml/2006/main">
  <p:tag name="KSO_WM_UNIT_ISCONTENTSTITLE" val="0"/>
  <p:tag name="KSO_WM_UNIT_ISNUMDGMTITLE" val="0"/>
  <p:tag name="KSO_WM_UNIT_NOCLEAR" val="0"/>
  <p:tag name="KSO_WM_UNIT_VALUE" val="30"/>
  <p:tag name="KSO_WM_UNIT_HIGHLIGHT" val="0"/>
  <p:tag name="KSO_WM_UNIT_COMPATIBLE" val="0"/>
  <p:tag name="KSO_WM_UNIT_DIAGRAM_ISNUMVISUAL" val="0"/>
  <p:tag name="KSO_WM_UNIT_DIAGRAM_ISREFERUNIT" val="0"/>
  <p:tag name="KSO_WM_UNIT_TYPE" val="a"/>
  <p:tag name="KSO_WM_UNIT_INDEX" val="1"/>
  <p:tag name="KSO_WM_UNIT_ID" val="custom20233668_1*a*1"/>
  <p:tag name="KSO_WM_TEMPLATE_CATEGORY" val="custom"/>
  <p:tag name="KSO_WM_TEMPLATE_INDEX" val="20233668"/>
  <p:tag name="KSO_WM_UNIT_LAYERLEVEL" val="1"/>
  <p:tag name="KSO_WM_TAG_VERSION" val="3.0"/>
  <p:tag name="KSO_WM_BEAUTIFY_FLAG" val="#wm#"/>
  <p:tag name="KSO_WM_DIAGRAM_GROUP_CODE" val="l1-1"/>
  <p:tag name="KSO_WM_UNIT_PRESET_TEXT" val="单击此处添加标题"/>
</p:tagLst>
</file>

<file path=ppt/tags/tag175.xml><?xml version="1.0" encoding="utf-8"?>
<p:tagLst xmlns:p="http://schemas.openxmlformats.org/presentationml/2006/main">
  <p:tag name="TABLE_ENDDRAG_ORIGIN_RECT" val="357*312"/>
  <p:tag name="TABLE_ENDDRAG_RECT" val="587*83*357*312"/>
</p:tagLst>
</file>

<file path=ppt/tags/tag176.xml><?xml version="1.0" encoding="utf-8"?>
<p:tagLst xmlns:p="http://schemas.openxmlformats.org/presentationml/2006/main">
  <p:tag name="KSO_WM_SLIDE_ID" val="custom20233668_1"/>
  <p:tag name="KSO_WM_TEMPLATE_SUBCATEGORY" val="0"/>
  <p:tag name="KSO_WM_TEMPLATE_MASTER_TYPE" val="0"/>
  <p:tag name="KSO_WM_TEMPLATE_COLOR_TYPE" val="0"/>
  <p:tag name="KSO_WM_SLIDE_ITEM_CNT" val="2"/>
  <p:tag name="KSO_WM_SLIDE_INDEX" val="1"/>
  <p:tag name="KSO_WM_TAG_VERSION" val="3.0"/>
  <p:tag name="KSO_WM_BEAUTIFY_FLAG" val="#wm#"/>
  <p:tag name="KSO_WM_TEMPLATE_CATEGORY" val="custom"/>
  <p:tag name="KSO_WM_TEMPLATE_INDEX" val="20233668"/>
  <p:tag name="KSO_WM_SLIDE_TYPE" val="text"/>
  <p:tag name="KSO_WM_SLIDE_SUBTYPE" val="picTxt"/>
  <p:tag name="KSO_WM_SLIDE_SIZE" val="818.75*94.3"/>
  <p:tag name="KSO_WM_SLIDE_POSITION" val="72.2*387.4"/>
  <p:tag name="KSO_WM_SLIDE_LAYOUT" val="a_α_l"/>
  <p:tag name="KSO_WM_SLIDE_LAYOUT_CNT" val="1_1_1"/>
  <p:tag name="KSO_WM_SPECIAL_SOURCE" val="bdnull"/>
  <p:tag name="KSO_WM_DIAGRAM_GROUP_CODE" val="l1-1"/>
  <p:tag name="KSO_WM_SLIDE_DIAGTYPE" val="l"/>
</p:tagLst>
</file>

<file path=ppt/tags/tag177.xml><?xml version="1.0" encoding="utf-8"?>
<p:tagLst xmlns:p="http://schemas.openxmlformats.org/presentationml/2006/main">
  <p:tag name="KSO_WM_UNIT_ISCONTENTSTITLE" val="0"/>
  <p:tag name="KSO_WM_UNIT_ISNUMDGMTITLE" val="0"/>
  <p:tag name="KSO_WM_UNIT_NOCLEAR" val="0"/>
  <p:tag name="KSO_WM_UNIT_VALUE" val="10"/>
  <p:tag name="KSO_WM_UNIT_HIGHLIGHT" val="0"/>
  <p:tag name="KSO_WM_UNIT_COMPATIBLE" val="0"/>
  <p:tag name="KSO_WM_UNIT_DIAGRAM_ISNUMVISUAL" val="0"/>
  <p:tag name="KSO_WM_UNIT_DIAGRAM_ISREFERUNIT" val="0"/>
  <p:tag name="KSO_WM_DIAGRAM_GROUP_CODE" val="l1-1"/>
  <p:tag name="KSO_WM_UNIT_TYPE" val="a"/>
  <p:tag name="KSO_WM_UNIT_INDEX" val="1"/>
  <p:tag name="KSO_WM_TEMPLATE_CATEGORY" val="custom"/>
  <p:tag name="KSO_WM_UNIT_LAYERLEVEL" val="1"/>
  <p:tag name="KSO_WM_TAG_VERSION" val="3.0"/>
  <p:tag name="KSO_WM_BEAUTIFY_FLAG" val="#wm#"/>
  <p:tag name="KSO_WM_TEMPLATE_INDEX" val="20232481"/>
  <p:tag name="KSO_WM_UNIT_ID" val="custom20232481_1*a*1"/>
  <p:tag name="KSO_WM_UNIT_PRESET_TEXT" val="单击此处&#10;添加标题"/>
</p:tagLst>
</file>

<file path=ppt/tags/tag17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SUBTYPE" val="d"/>
  <p:tag name="KSO_WM_UNIT_TYPE" val="l_h_i"/>
  <p:tag name="KSO_WM_UNIT_INDEX" val="1_1_1"/>
  <p:tag name="KSO_WM_UNIT_ID" val="diagram20231965_1*l_h_i*1_1_1"/>
  <p:tag name="KSO_WM_TEMPLATE_CATEGORY" val="diagram"/>
  <p:tag name="KSO_WM_TEMPLATE_INDEX" val="20231965"/>
  <p:tag name="KSO_WM_UNIT_LAYERLEVEL" val="1_1_1"/>
  <p:tag name="KSO_WM_TAG_VERSION" val="3.0"/>
  <p:tag name="KSO_WM_BEAUTIFY_FLAG" val="#wm#"/>
  <p:tag name="KSO_WM_UNIT_TEXT_FILL_FORE_SCHEMECOLOR_INDEX_BRIGHTNESS" val="0.15"/>
  <p:tag name="KSO_WM_DIAGRAM_VERSION" val="3"/>
  <p:tag name="KSO_WM_DIAGRAM_COLOR_TRICK" val="1"/>
  <p:tag name="KSO_WM_DIAGRAM_COLOR_TEXT_CAN_REMOVE" val="n"/>
  <p:tag name="KSO_WM_DIAGRAM_GROUP_CODE" val="l1-1"/>
  <p:tag name="KSO_WM_DIAGRAM_MAX_ITEMCNT" val="4"/>
  <p:tag name="KSO_WM_DIAGRAM_MIN_ITEMCNT" val="2"/>
  <p:tag name="KSO_WM_DIAGRAM_VIRTUALLY_FRAME" val="{&quot;height&quot;:405.8530735190083,&quot;left&quot;:254.78229767085995,&quot;top&quot;:85.00842254398371,&quot;width&quot;:758.8777810692975}"/>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
  <p:tag name="KSO_WM_UNIT_TEXT_FILL_FORE_SCHEMECOLOR_INDEX" val="1"/>
  <p:tag name="KSO_WM_UNIT_TEXT_FILL_TYPE" val="1"/>
  <p:tag name="KSO_WM_UNIT_PRESET_TEXT" val="01"/>
  <p:tag name="KSO_WM_DIAGRAM_USE_COLOR_VALUE" val="{&quot;color_scheme&quot;:1,&quot;theme_color_indexes&quot;:[6,6,6,6,6,6]}"/>
</p:tagLst>
</file>

<file path=ppt/tags/tag179.xml><?xml version="1.0" encoding="utf-8"?>
<p:tagLst xmlns:p="http://schemas.openxmlformats.org/presentationml/2006/main">
  <p:tag name="KSO_WM_UNIT_ISCONTENTSTITLE" val="0"/>
  <p:tag name="KSO_WM_UNIT_ISNUMDGMTITLE" val="0"/>
  <p:tag name="KSO_WM_UNIT_NOCLEAR" val="0"/>
  <p:tag name="KSO_WM_UNIT_VALUE" val="10"/>
  <p:tag name="KSO_WM_UNIT_HIGHLIGHT" val="0"/>
  <p:tag name="KSO_WM_UNIT_COMPATIBLE" val="0"/>
  <p:tag name="KSO_WM_UNIT_DIAGRAM_ISNUMVISUAL" val="0"/>
  <p:tag name="KSO_WM_UNIT_DIAGRAM_ISREFERUNIT" val="0"/>
  <p:tag name="KSO_WM_UNIT_TYPE" val="l_h_a"/>
  <p:tag name="KSO_WM_UNIT_INDEX" val="1_1_1"/>
  <p:tag name="KSO_WM_UNIT_ID" val="diagram20231965_1*l_h_a*1_1_1"/>
  <p:tag name="KSO_WM_TEMPLATE_CATEGORY" val="diagram"/>
  <p:tag name="KSO_WM_TEMPLATE_INDEX" val="20231965"/>
  <p:tag name="KSO_WM_UNIT_LAYERLEVEL" val="1_1_1"/>
  <p:tag name="KSO_WM_TAG_VERSION" val="3.0"/>
  <p:tag name="KSO_WM_BEAUTIFY_FLAG" val="#wm#"/>
  <p:tag name="KSO_WM_UNIT_TEXT_FILL_FORE_SCHEMECOLOR_INDEX_BRIGHTNESS" val="0.15"/>
  <p:tag name="KSO_WM_DIAGRAM_VERSION" val="3"/>
  <p:tag name="KSO_WM_DIAGRAM_COLOR_TRICK" val="1"/>
  <p:tag name="KSO_WM_DIAGRAM_COLOR_TEXT_CAN_REMOVE" val="n"/>
  <p:tag name="KSO_WM_DIAGRAM_GROUP_CODE" val="l1-1"/>
  <p:tag name="KSO_WM_DIAGRAM_MAX_ITEMCNT" val="4"/>
  <p:tag name="KSO_WM_DIAGRAM_MIN_ITEMCNT" val="2"/>
  <p:tag name="KSO_WM_DIAGRAM_VIRTUALLY_FRAME" val="{&quot;height&quot;:405.8530735190083,&quot;left&quot;:254.78229767085995,&quot;top&quot;:85.00842254398371,&quot;width&quot;:758.8777810692975}"/>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1,&quot;transparency&quot;:0},&quot;type&quot;:1},&quot;glow&quot;:{&quot;colorType&quot;:0},&quot;line&quot;:{&quot;type&quot;:0},&quot;shadow&quot;:{&quot;colorType&quot;:0},&quot;threeD&quot;:{&quot;curvedSurface&quot;:{&quot;brightness&quot;:0,&quot;colorType&quot;:2,&quot;rgb&quot;:&quot;#000000&quot;},&quot;depth&quot;:{&quot;colorType&quot;:0}}}}"/>
  <p:tag name="KSO_WM_UNIT_TEXT_FILL_FORE_SCHEMECOLOR_INDEX" val="1"/>
  <p:tag name="KSO_WM_UNIT_TEXT_FILL_TYPE" val="1"/>
  <p:tag name="KSO_WM_UNIT_PRESET_TEXT" val="单击此处添加项标题"/>
  <p:tag name="KSO_WM_DIAGRAM_USE_COLOR_VALUE" val="{&quot;color_scheme&quot;:1,&quot;theme_color_indexes&quot;:[6,6,6,6,6,6]}"/>
</p:tagLst>
</file>

<file path=ppt/tags/tag180.xml><?xml version="1.0" encoding="utf-8"?>
<p:tagLst xmlns:p="http://schemas.openxmlformats.org/presentationml/2006/main">
  <p:tag name="KSO_WM_DIAGRAM_VERSION" val="3"/>
  <p:tag name="KSO_WM_DIAGRAM_COLOR_TRICK" val="1"/>
  <p:tag name="KSO_WM_DIAGRAM_COLOR_TEXT_CAN_REMOVE" val="n"/>
  <p:tag name="KSO_WM_UNIT_HIGHLIGHT" val="0"/>
  <p:tag name="KSO_WM_UNIT_COMPATIBLE" val="0"/>
  <p:tag name="KSO_WM_UNIT_DIAGRAM_ISNUMVISUAL" val="0"/>
  <p:tag name="KSO_WM_UNIT_DIAGRAM_ISREFERUNIT" val="0"/>
  <p:tag name="KSO_WM_DIAGRAM_GROUP_CODE" val="l1-1"/>
  <p:tag name="KSO_WM_UNIT_TYPE" val="l_h_i"/>
  <p:tag name="KSO_WM_UNIT_INDEX" val="1_1_2"/>
  <p:tag name="KSO_WM_UNIT_ID" val="diagram20231965_1*l_h_i*1_1_2"/>
  <p:tag name="KSO_WM_TEMPLATE_CATEGORY" val="diagram"/>
  <p:tag name="KSO_WM_TEMPLATE_INDEX" val="20231965"/>
  <p:tag name="KSO_WM_UNIT_LAYERLEVEL" val="1_1_1"/>
  <p:tag name="KSO_WM_TAG_VERSION" val="3.0"/>
  <p:tag name="KSO_WM_BEAUTIFY_FLAG" val="#wm#"/>
  <p:tag name="KSO_WM_DIAGRAM_MAX_ITEMCNT" val="4"/>
  <p:tag name="KSO_WM_DIAGRAM_MIN_ITEMCNT" val="2"/>
  <p:tag name="KSO_WM_DIAGRAM_VIRTUALLY_FRAME" val="{&quot;height&quot;:405.8530735190083,&quot;left&quot;:254.78229767085995,&quot;top&quot;:85.00842254398371,&quot;width&quot;:758.8777810692975}"/>
  <p:tag name="KSO_WM_DIAGRAM_COLOR_MATCH_VALUE" val="{&quot;shape&quot;:{&quot;fill&quot;:{&quot;solid&quot;:{&quot;brightness&quot;:0,&quot;colorType&quot;:1,&quot;foreColorIndex&quot;:2,&quot;transparency&quot;:0},&quot;type&quot;:1},&quot;glow&quot;:{&quot;colorType&quot;:0},&quot;line&quot;:{&quot;solidLine&quot;:{&quot;brightness&quot;:0,&quot;colorType&quot;:1,&quot;foreColorIndex&quot;:5,&quot;transparency&quot;:0.800000011920929},&quot;type&quot;:1},&quot;shadow&quot;:{&quot;brightness&quot;:0,&quot;colorType&quot;:1,&quot;foreColorIndex&quot;:5,&quot;transparency&quot;:0.800000011920929},&quot;threeD&quot;:{&quot;curvedSurface&quot;:{&quot;brightness&quot;:0,&quot;colorType&quot;:2,&quot;rgb&quot;:&quot;#000000&quot;},&quot;depth&quot;:{&quot;colorType&quot;:0}}},&quot;text&quot;:{&quot;fill&quot;:{&quot;solid&quot;:{&quot;brightness&quot;:0,&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FILL_TYPE" val="1"/>
  <p:tag name="KSO_WM_UNIT_FILL_FORE_SCHEMECOLOR_INDEX" val="2"/>
  <p:tag name="KSO_WM_UNIT_FILL_FORE_SCHEMECOLOR_INDEX_BRIGHTNESS" val="0"/>
  <p:tag name="KSO_WM_UNIT_LINE_FORE_SCHEMECOLOR_INDEX" val="5"/>
  <p:tag name="KSO_WM_DIAGRAM_USE_COLOR_VALUE" val="{&quot;color_scheme&quot;:1,&quot;theme_color_indexes&quot;:[6,6,6,6,6,6]}"/>
</p:tagLst>
</file>

<file path=ppt/tags/tag181.xml><?xml version="1.0" encoding="utf-8"?>
<p:tagLst xmlns:p="http://schemas.openxmlformats.org/presentationml/2006/main">
  <p:tag name="KSO_WM_TEMPLATE_MASTER_TYPE" val="0"/>
  <p:tag name="KSO_WM_TEMPLATE_COLOR_TYPE" val="0"/>
  <p:tag name="KSO_WM_BEAUTIFY_FLAG" val="#wm#"/>
  <p:tag name="KSO_WM_TEMPLATE_CATEGORY" val="custom"/>
  <p:tag name="KSO_WM_SLIDE_TYPE" val="text"/>
  <p:tag name="KSO_WM_SLIDE_SUBTYPE" val="diag"/>
  <p:tag name="KSO_WM_SLIDE_SIZE" val="674.81*387.403"/>
  <p:tag name="KSO_WM_SLIDE_POSITION" val="256*85.0084"/>
  <p:tag name="KSO_WM_SLIDE_LAYOUT" val="a_l"/>
  <p:tag name="KSO_WM_SLIDE_LAYOUT_CNT" val="1_1"/>
  <p:tag name="KSO_WM_SPECIAL_SOURCE" val="bdnull"/>
  <p:tag name="KSO_WM_DIAGRAM_GROUP_CODE" val="l1-1"/>
  <p:tag name="KSO_WM_SLIDE_DIAGTYPE" val="l"/>
  <p:tag name="KSO_WM_TEMPLATE_INDEX" val="20232481"/>
  <p:tag name="KSO_WM_TEMPLATE_SUBCATEGORY" val="0"/>
  <p:tag name="KSO_WM_SLIDE_INDEX" val="1"/>
  <p:tag name="KSO_WM_TAG_VERSION" val="3.0"/>
  <p:tag name="KSO_WM_SLIDE_ID" val="custom20232481_1"/>
  <p:tag name="KSO_WM_SLIDE_ITEM_CNT" val="2"/>
</p:tagLst>
</file>

<file path=ppt/tags/tag182.xml><?xml version="1.0" encoding="utf-8"?>
<p:tagLst xmlns:p="http://schemas.openxmlformats.org/presentationml/2006/main">
  <p:tag name="KSO_WM_UNIT_TYPE" val="a"/>
  <p:tag name="KSO_WM_UNIT_INDEX" val="1"/>
  <p:tag name="KSO_WM_BEAUTIFY_FLAG" val="#wm#"/>
  <p:tag name="KSO_WM_TAG_VERSION" val="3.0"/>
  <p:tag name="KSO_WM_UNIT_ID" val="custom20238590_9*a*1"/>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TEMPLATE_INDEX" val="20238590"/>
  <p:tag name="KSO_WM_TEMPLATE_CATEGORY" val="custom"/>
  <p:tag name="KSO_WM_UNIT_ISCONTENTSTITLE" val="0"/>
</p:tagLst>
</file>

<file path=ppt/tags/tag183.xml><?xml version="1.0" encoding="utf-8"?>
<p:tagLst xmlns:p="http://schemas.openxmlformats.org/presentationml/2006/main">
  <p:tag name="KSO_WM_UNIT_TYPE" val="b"/>
  <p:tag name="KSO_WM_UNIT_INDEX" val="1"/>
  <p:tag name="KSO_WM_BEAUTIFY_FLAG" val="#wm#"/>
  <p:tag name="KSO_WM_TAG_VERSION" val="3.0"/>
  <p:tag name="KSO_WM_UNIT_ID" val="custom20238590_9*b*1"/>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TEMPLATE_INDEX" val="20238590"/>
  <p:tag name="KSO_WM_TEMPLATE_CATEGORY" val="custom"/>
  <p:tag name="KSO_WM_UNIT_ISCONTENTSTITLE" val="0"/>
  <p:tag name="KSO_WM_UNIT_VALUE" val="13"/>
</p:tagLst>
</file>

<file path=ppt/tags/tag184.xml><?xml version="1.0" encoding="utf-8"?>
<p:tagLst xmlns:p="http://schemas.openxmlformats.org/presentationml/2006/main">
  <p:tag name="KSO_WM_UNIT_TYPE" val="f"/>
  <p:tag name="KSO_WM_UNIT_SUBTYPE" val="b"/>
  <p:tag name="KSO_WM_UNIT_INDEX" val="1"/>
  <p:tag name="KSO_WM_BEAUTIFY_FLAG" val="#wm#"/>
  <p:tag name="KSO_WM_TAG_VERSION" val="3.0"/>
  <p:tag name="KSO_WM_UNIT_ID" val="custom20238590_9*f*1"/>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TEMPLATE_INDEX" val="20238590"/>
  <p:tag name="KSO_WM_TEMPLATE_CATEGORY" val="custom"/>
  <p:tag name="KSO_WM_UNIT_VALUE" val="10"/>
</p:tagLst>
</file>

<file path=ppt/tags/tag185.xml><?xml version="1.0" encoding="utf-8"?>
<p:tagLst xmlns:p="http://schemas.openxmlformats.org/presentationml/2006/main">
  <p:tag name="KSO_WM_SLIDE_TYPE" val="endPage"/>
  <p:tag name="KSO_WM_TEMPLATE_SUBCATEGORY" val="29"/>
  <p:tag name="KSO_WM_TEMPLATE_COLOR_TYPE" val="0"/>
  <p:tag name="KSO_WM_TAG_VERSION" val="3.0"/>
  <p:tag name="KSO_WM_SLIDE_SUBTYPE" val="pureTxt"/>
  <p:tag name="KSO_WM_SLIDE_ITEM_CNT" val="0"/>
  <p:tag name="KSO_WM_BEAUTIFY_FLAG" val="#wm#"/>
  <p:tag name="KSO_WM_TEMPLATE_INDEX" val="20238590"/>
  <p:tag name="KSO_WM_TEMPLATE_CATEGORY" val="custom"/>
  <p:tag name="KSO_WM_SLIDE_INDEX" val="9"/>
  <p:tag name="KSO_WM_SLIDE_ID" val="custom20238590_9"/>
  <p:tag name="KSO_WM_TEMPLATE_MASTER_TYPE" val="0"/>
  <p:tag name="KSO_WM_SLIDE_LAYOUT" val="a_b_f"/>
  <p:tag name="KSO_WM_SLIDE_LAYOUT_CNT" val="1_1_1"/>
</p:tagLst>
</file>

<file path=ppt/tags/tag186.xml><?xml version="1.0" encoding="utf-8"?>
<p:tagLst xmlns:p="http://schemas.openxmlformats.org/presentationml/2006/main">
  <p:tag name="commondata" val="eyJoZGlkIjoiOGFjNThhNjMxYzNjNjVmYTgzNzRlMmVjNDY2MmU0YzAifQ=="/>
</p:tagLst>
</file>

<file path=ppt/theme/theme1.xml><?xml version="1.0" encoding="utf-8"?>
<a:theme xmlns:a="http://schemas.openxmlformats.org/drawingml/2006/main" name="简约风黑白线条职场办公">
  <a:themeElements>
    <a:clrScheme name="">
      <a:dk1>
        <a:srgbClr val="000000"/>
      </a:dk1>
      <a:lt1>
        <a:srgbClr val="FFFFFF"/>
      </a:lt1>
      <a:dk2>
        <a:srgbClr val="0A0A0A"/>
      </a:dk2>
      <a:lt2>
        <a:srgbClr val="F8F8F8"/>
      </a:lt2>
      <a:accent1>
        <a:srgbClr val="768CA4"/>
      </a:accent1>
      <a:accent2>
        <a:srgbClr val="7E809C"/>
      </a:accent2>
      <a:accent3>
        <a:srgbClr val="918199"/>
      </a:accent3>
      <a:accent4>
        <a:srgbClr val="9A9180"/>
      </a:accent4>
      <a:accent5>
        <a:srgbClr val="A68E74"/>
      </a:accent5>
      <a:accent6>
        <a:srgbClr val="A5A377"/>
      </a:accent6>
      <a:hlink>
        <a:srgbClr val="5F5F5F"/>
      </a:hlink>
      <a:folHlink>
        <a:srgbClr val="919191"/>
      </a:folHlink>
    </a:clrScheme>
    <a:fontScheme name="主题字体">
      <a:majorFont>
        <a:latin typeface="Arial"/>
        <a:ea typeface="微软雅黑"/>
        <a:cs typeface=""/>
      </a:majorFont>
      <a:minorFont>
        <a:latin typeface="Arial"/>
        <a:ea typeface="微软雅黑"/>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宋体"/>
        <a:ea typeface=""/>
        <a:cs typeface=""/>
        <a:font script="Jpan" typeface="游ゴシック Light"/>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宋体"/>
        <a:ea typeface=""/>
        <a:cs typeface=""/>
        <a:font script="Jpan" typeface="游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3124</Words>
  <Application>WPS 演示</Application>
  <PresentationFormat>宽屏</PresentationFormat>
  <Paragraphs>214</Paragraphs>
  <Slides>19</Slides>
  <Notes>0</Notes>
  <HiddenSlides>0</HiddenSlides>
  <MMClips>0</MMClips>
  <ScaleCrop>false</ScaleCrop>
  <HeadingPairs>
    <vt:vector size="6" baseType="variant">
      <vt:variant>
        <vt:lpstr>已用的字体</vt:lpstr>
      </vt:variant>
      <vt:variant>
        <vt:i4>11</vt:i4>
      </vt:variant>
      <vt:variant>
        <vt:lpstr>主题</vt:lpstr>
      </vt:variant>
      <vt:variant>
        <vt:i4>1</vt:i4>
      </vt:variant>
      <vt:variant>
        <vt:lpstr>幻灯片标题</vt:lpstr>
      </vt:variant>
      <vt:variant>
        <vt:i4>19</vt:i4>
      </vt:variant>
    </vt:vector>
  </HeadingPairs>
  <TitlesOfParts>
    <vt:vector size="31" baseType="lpstr">
      <vt:lpstr>Arial</vt:lpstr>
      <vt:lpstr>宋体</vt:lpstr>
      <vt:lpstr>Wingdings</vt:lpstr>
      <vt:lpstr>微软雅黑</vt:lpstr>
      <vt:lpstr>Arial Unicode MS</vt:lpstr>
      <vt:lpstr>+中文正文</vt:lpstr>
      <vt:lpstr>Segoe Print</vt:lpstr>
      <vt:lpstr>MiSans Normal</vt:lpstr>
      <vt:lpstr>Calibri</vt:lpstr>
      <vt:lpstr>仿宋</vt:lpstr>
      <vt:lpstr>等线 Light</vt:lpstr>
      <vt:lpstr>简约风黑白线条职场办公</vt:lpstr>
      <vt:lpstr>添加标题</vt:lpstr>
      <vt:lpstr>目录</vt:lpstr>
      <vt:lpstr>添加章节标题</vt:lpstr>
      <vt:lpstr>单击此处添加标题</vt:lpstr>
      <vt:lpstr>核心功能与特点</vt:lpstr>
      <vt:lpstr>单击此处添加标题</vt:lpstr>
      <vt:lpstr>单击此处添加标题</vt:lpstr>
      <vt:lpstr>目标用户群体、关键可用性目标</vt:lpstr>
      <vt:lpstr>核心功能与特点</vt:lpstr>
      <vt:lpstr>共有详细用例功能点</vt:lpstr>
      <vt:lpstr>学生详细用例功能点</vt:lpstr>
      <vt:lpstr>宿管详细用例功能点</vt:lpstr>
      <vt:lpstr>PowerPoint 演示文稿</vt:lpstr>
      <vt:lpstr>外来人员详细用例功能点</vt:lpstr>
      <vt:lpstr>详细用例描述</vt:lpstr>
      <vt:lpstr>单击此处添加标题</vt:lpstr>
      <vt:lpstr>用例图:缴费管理子系统</vt:lpstr>
      <vt:lpstr>单击此处 添加标题</vt:lpstr>
      <vt:lpstr>感谢观看</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lastModifiedBy>Snoopy</cp:lastModifiedBy>
  <cp:revision>3</cp:revision>
  <dcterms:created xsi:type="dcterms:W3CDTF">2024-11-01T20:09:00Z</dcterms:created>
  <dcterms:modified xsi:type="dcterms:W3CDTF">2024-11-02T09:52:47Z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2052-12.1.0.18240</vt:lpwstr>
  </property>
  <property fmtid="{D5CDD505-2E9C-101B-9397-08002B2CF9AE}" pid="3" name="ICV">
    <vt:lpwstr/>
  </property>
</Properties>
</file>